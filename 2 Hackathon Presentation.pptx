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99028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3119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GoogleSlidesCustomDataVersion2">
      <go:slidesCustomData xmlns:go="http://customooxmlschemas.google.com/" r:id="rId10" roundtripDataSignature="AMtx7mjao44pu+KCA6NTQBv1XWNfs34U4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119"/>
        <p:guide pos="2160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customschemas.google.com/relationships/presentationmetadata" Target="metadata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2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3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4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ront Cover">
  <p:cSld name="Front Cover">
    <p:bg>
      <p:bgPr>
        <a:solidFill>
          <a:srgbClr val="F2F2F2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90282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6"/>
          <p:cNvSpPr/>
          <p:nvPr/>
        </p:nvSpPr>
        <p:spPr>
          <a:xfrm>
            <a:off x="449468" y="450000"/>
            <a:ext cx="1282022" cy="198000"/>
          </a:xfrm>
          <a:custGeom>
            <a:rect b="b" l="l" r="r" t="t"/>
            <a:pathLst>
              <a:path extrusionOk="0" h="334" w="2179">
                <a:moveTo>
                  <a:pt x="83" y="91"/>
                </a:moveTo>
                <a:cubicBezTo>
                  <a:pt x="81" y="84"/>
                  <a:pt x="82" y="78"/>
                  <a:pt x="82" y="74"/>
                </a:cubicBezTo>
                <a:cubicBezTo>
                  <a:pt x="84" y="64"/>
                  <a:pt x="91" y="53"/>
                  <a:pt x="111" y="53"/>
                </a:cubicBezTo>
                <a:cubicBezTo>
                  <a:pt x="129" y="53"/>
                  <a:pt x="140" y="65"/>
                  <a:pt x="140" y="82"/>
                </a:cubicBezTo>
                <a:cubicBezTo>
                  <a:pt x="140" y="101"/>
                  <a:pt x="140" y="101"/>
                  <a:pt x="140" y="101"/>
                </a:cubicBezTo>
                <a:cubicBezTo>
                  <a:pt x="218" y="101"/>
                  <a:pt x="218" y="101"/>
                  <a:pt x="218" y="101"/>
                </a:cubicBezTo>
                <a:cubicBezTo>
                  <a:pt x="218" y="79"/>
                  <a:pt x="218" y="79"/>
                  <a:pt x="218" y="79"/>
                </a:cubicBezTo>
                <a:cubicBezTo>
                  <a:pt x="218" y="11"/>
                  <a:pt x="156" y="0"/>
                  <a:pt x="112" y="0"/>
                </a:cubicBezTo>
                <a:cubicBezTo>
                  <a:pt x="57" y="0"/>
                  <a:pt x="12" y="19"/>
                  <a:pt x="4" y="70"/>
                </a:cubicBezTo>
                <a:cubicBezTo>
                  <a:pt x="1" y="84"/>
                  <a:pt x="1" y="96"/>
                  <a:pt x="4" y="112"/>
                </a:cubicBezTo>
                <a:cubicBezTo>
                  <a:pt x="18" y="175"/>
                  <a:pt x="128" y="194"/>
                  <a:pt x="145" y="234"/>
                </a:cubicBezTo>
                <a:cubicBezTo>
                  <a:pt x="148" y="241"/>
                  <a:pt x="147" y="251"/>
                  <a:pt x="145" y="257"/>
                </a:cubicBezTo>
                <a:cubicBezTo>
                  <a:pt x="143" y="267"/>
                  <a:pt x="136" y="278"/>
                  <a:pt x="115" y="278"/>
                </a:cubicBezTo>
                <a:cubicBezTo>
                  <a:pt x="95" y="278"/>
                  <a:pt x="84" y="267"/>
                  <a:pt x="84" y="250"/>
                </a:cubicBezTo>
                <a:cubicBezTo>
                  <a:pt x="83" y="220"/>
                  <a:pt x="83" y="220"/>
                  <a:pt x="83" y="220"/>
                </a:cubicBezTo>
                <a:cubicBezTo>
                  <a:pt x="0" y="220"/>
                  <a:pt x="0" y="220"/>
                  <a:pt x="0" y="220"/>
                </a:cubicBezTo>
                <a:cubicBezTo>
                  <a:pt x="0" y="244"/>
                  <a:pt x="0" y="244"/>
                  <a:pt x="0" y="244"/>
                </a:cubicBezTo>
                <a:cubicBezTo>
                  <a:pt x="0" y="313"/>
                  <a:pt x="55" y="334"/>
                  <a:pt x="113" y="334"/>
                </a:cubicBezTo>
                <a:cubicBezTo>
                  <a:pt x="169" y="334"/>
                  <a:pt x="216" y="315"/>
                  <a:pt x="223" y="263"/>
                </a:cubicBezTo>
                <a:cubicBezTo>
                  <a:pt x="227" y="236"/>
                  <a:pt x="224" y="218"/>
                  <a:pt x="223" y="212"/>
                </a:cubicBezTo>
                <a:cubicBezTo>
                  <a:pt x="210" y="146"/>
                  <a:pt x="92" y="127"/>
                  <a:pt x="83" y="91"/>
                </a:cubicBezTo>
                <a:moveTo>
                  <a:pt x="1096" y="91"/>
                </a:moveTo>
                <a:cubicBezTo>
                  <a:pt x="1094" y="85"/>
                  <a:pt x="1095" y="79"/>
                  <a:pt x="1096" y="75"/>
                </a:cubicBezTo>
                <a:cubicBezTo>
                  <a:pt x="1098" y="65"/>
                  <a:pt x="1104" y="54"/>
                  <a:pt x="1124" y="54"/>
                </a:cubicBezTo>
                <a:cubicBezTo>
                  <a:pt x="1142" y="54"/>
                  <a:pt x="1152" y="66"/>
                  <a:pt x="1152" y="82"/>
                </a:cubicBezTo>
                <a:cubicBezTo>
                  <a:pt x="1152" y="102"/>
                  <a:pt x="1152" y="102"/>
                  <a:pt x="1152" y="102"/>
                </a:cubicBezTo>
                <a:cubicBezTo>
                  <a:pt x="1229" y="102"/>
                  <a:pt x="1229" y="102"/>
                  <a:pt x="1229" y="102"/>
                </a:cubicBezTo>
                <a:cubicBezTo>
                  <a:pt x="1229" y="80"/>
                  <a:pt x="1229" y="80"/>
                  <a:pt x="1229" y="80"/>
                </a:cubicBezTo>
                <a:cubicBezTo>
                  <a:pt x="1229" y="13"/>
                  <a:pt x="1169" y="2"/>
                  <a:pt x="1125" y="2"/>
                </a:cubicBezTo>
                <a:cubicBezTo>
                  <a:pt x="1070" y="2"/>
                  <a:pt x="1026" y="20"/>
                  <a:pt x="1017" y="71"/>
                </a:cubicBezTo>
                <a:cubicBezTo>
                  <a:pt x="1015" y="84"/>
                  <a:pt x="1015" y="97"/>
                  <a:pt x="1018" y="112"/>
                </a:cubicBezTo>
                <a:cubicBezTo>
                  <a:pt x="1032" y="175"/>
                  <a:pt x="1141" y="193"/>
                  <a:pt x="1157" y="233"/>
                </a:cubicBezTo>
                <a:cubicBezTo>
                  <a:pt x="1160" y="241"/>
                  <a:pt x="1159" y="250"/>
                  <a:pt x="1158" y="256"/>
                </a:cubicBezTo>
                <a:cubicBezTo>
                  <a:pt x="1155" y="267"/>
                  <a:pt x="1148" y="277"/>
                  <a:pt x="1128" y="277"/>
                </a:cubicBezTo>
                <a:cubicBezTo>
                  <a:pt x="1108" y="277"/>
                  <a:pt x="1097" y="266"/>
                  <a:pt x="1097" y="249"/>
                </a:cubicBezTo>
                <a:cubicBezTo>
                  <a:pt x="1097" y="219"/>
                  <a:pt x="1097" y="219"/>
                  <a:pt x="1097" y="219"/>
                </a:cubicBezTo>
                <a:cubicBezTo>
                  <a:pt x="1014" y="219"/>
                  <a:pt x="1014" y="219"/>
                  <a:pt x="1014" y="219"/>
                </a:cubicBezTo>
                <a:cubicBezTo>
                  <a:pt x="1014" y="243"/>
                  <a:pt x="1014" y="243"/>
                  <a:pt x="1014" y="243"/>
                </a:cubicBezTo>
                <a:cubicBezTo>
                  <a:pt x="1014" y="312"/>
                  <a:pt x="1068" y="332"/>
                  <a:pt x="1126" y="332"/>
                </a:cubicBezTo>
                <a:cubicBezTo>
                  <a:pt x="1182" y="332"/>
                  <a:pt x="1228" y="313"/>
                  <a:pt x="1235" y="262"/>
                </a:cubicBezTo>
                <a:cubicBezTo>
                  <a:pt x="1238" y="235"/>
                  <a:pt x="1236" y="218"/>
                  <a:pt x="1234" y="211"/>
                </a:cubicBezTo>
                <a:cubicBezTo>
                  <a:pt x="1221" y="147"/>
                  <a:pt x="1105" y="127"/>
                  <a:pt x="1096" y="91"/>
                </a:cubicBezTo>
                <a:moveTo>
                  <a:pt x="1803" y="261"/>
                </a:moveTo>
                <a:cubicBezTo>
                  <a:pt x="1730" y="10"/>
                  <a:pt x="1730" y="10"/>
                  <a:pt x="1730" y="10"/>
                </a:cubicBezTo>
                <a:cubicBezTo>
                  <a:pt x="1614" y="10"/>
                  <a:pt x="1614" y="10"/>
                  <a:pt x="1614" y="10"/>
                </a:cubicBezTo>
                <a:cubicBezTo>
                  <a:pt x="1614" y="319"/>
                  <a:pt x="1614" y="319"/>
                  <a:pt x="1614" y="319"/>
                </a:cubicBezTo>
                <a:cubicBezTo>
                  <a:pt x="1691" y="319"/>
                  <a:pt x="1691" y="319"/>
                  <a:pt x="1691" y="319"/>
                </a:cubicBezTo>
                <a:cubicBezTo>
                  <a:pt x="1686" y="60"/>
                  <a:pt x="1686" y="60"/>
                  <a:pt x="1686" y="60"/>
                </a:cubicBezTo>
                <a:cubicBezTo>
                  <a:pt x="1765" y="319"/>
                  <a:pt x="1765" y="319"/>
                  <a:pt x="1765" y="319"/>
                </a:cubicBezTo>
                <a:cubicBezTo>
                  <a:pt x="1876" y="319"/>
                  <a:pt x="1876" y="319"/>
                  <a:pt x="1876" y="319"/>
                </a:cubicBezTo>
                <a:cubicBezTo>
                  <a:pt x="1876" y="10"/>
                  <a:pt x="1876" y="10"/>
                  <a:pt x="1876" y="10"/>
                </a:cubicBezTo>
                <a:cubicBezTo>
                  <a:pt x="1799" y="10"/>
                  <a:pt x="1799" y="10"/>
                  <a:pt x="1799" y="10"/>
                </a:cubicBezTo>
                <a:lnTo>
                  <a:pt x="1803" y="261"/>
                </a:lnTo>
                <a:close/>
                <a:moveTo>
                  <a:pt x="333" y="10"/>
                </a:moveTo>
                <a:cubicBezTo>
                  <a:pt x="276" y="322"/>
                  <a:pt x="276" y="322"/>
                  <a:pt x="276" y="322"/>
                </a:cubicBezTo>
                <a:cubicBezTo>
                  <a:pt x="360" y="322"/>
                  <a:pt x="360" y="322"/>
                  <a:pt x="360" y="322"/>
                </a:cubicBezTo>
                <a:cubicBezTo>
                  <a:pt x="403" y="33"/>
                  <a:pt x="403" y="33"/>
                  <a:pt x="403" y="33"/>
                </a:cubicBezTo>
                <a:cubicBezTo>
                  <a:pt x="446" y="322"/>
                  <a:pt x="446" y="322"/>
                  <a:pt x="446" y="322"/>
                </a:cubicBezTo>
                <a:cubicBezTo>
                  <a:pt x="529" y="322"/>
                  <a:pt x="529" y="322"/>
                  <a:pt x="529" y="322"/>
                </a:cubicBezTo>
                <a:cubicBezTo>
                  <a:pt x="472" y="10"/>
                  <a:pt x="472" y="10"/>
                  <a:pt x="472" y="10"/>
                </a:cubicBezTo>
                <a:lnTo>
                  <a:pt x="333" y="10"/>
                </a:lnTo>
                <a:close/>
                <a:moveTo>
                  <a:pt x="804" y="10"/>
                </a:moveTo>
                <a:cubicBezTo>
                  <a:pt x="765" y="254"/>
                  <a:pt x="765" y="254"/>
                  <a:pt x="765" y="254"/>
                </a:cubicBezTo>
                <a:cubicBezTo>
                  <a:pt x="725" y="10"/>
                  <a:pt x="725" y="10"/>
                  <a:pt x="725" y="10"/>
                </a:cubicBezTo>
                <a:cubicBezTo>
                  <a:pt x="598" y="10"/>
                  <a:pt x="598" y="10"/>
                  <a:pt x="598" y="10"/>
                </a:cubicBezTo>
                <a:cubicBezTo>
                  <a:pt x="592" y="322"/>
                  <a:pt x="592" y="322"/>
                  <a:pt x="592" y="322"/>
                </a:cubicBezTo>
                <a:cubicBezTo>
                  <a:pt x="669" y="322"/>
                  <a:pt x="669" y="322"/>
                  <a:pt x="669" y="322"/>
                </a:cubicBezTo>
                <a:cubicBezTo>
                  <a:pt x="671" y="33"/>
                  <a:pt x="671" y="33"/>
                  <a:pt x="671" y="33"/>
                </a:cubicBezTo>
                <a:cubicBezTo>
                  <a:pt x="725" y="322"/>
                  <a:pt x="725" y="322"/>
                  <a:pt x="725" y="322"/>
                </a:cubicBezTo>
                <a:cubicBezTo>
                  <a:pt x="804" y="322"/>
                  <a:pt x="804" y="322"/>
                  <a:pt x="804" y="322"/>
                </a:cubicBezTo>
                <a:cubicBezTo>
                  <a:pt x="858" y="33"/>
                  <a:pt x="858" y="33"/>
                  <a:pt x="858" y="33"/>
                </a:cubicBezTo>
                <a:cubicBezTo>
                  <a:pt x="860" y="322"/>
                  <a:pt x="860" y="322"/>
                  <a:pt x="860" y="322"/>
                </a:cubicBezTo>
                <a:cubicBezTo>
                  <a:pt x="938" y="322"/>
                  <a:pt x="938" y="322"/>
                  <a:pt x="938" y="322"/>
                </a:cubicBezTo>
                <a:cubicBezTo>
                  <a:pt x="931" y="10"/>
                  <a:pt x="931" y="10"/>
                  <a:pt x="931" y="10"/>
                </a:cubicBezTo>
                <a:lnTo>
                  <a:pt x="804" y="10"/>
                </a:lnTo>
                <a:close/>
                <a:moveTo>
                  <a:pt x="1528" y="10"/>
                </a:moveTo>
                <a:cubicBezTo>
                  <a:pt x="1449" y="10"/>
                  <a:pt x="1449" y="10"/>
                  <a:pt x="1449" y="10"/>
                </a:cubicBezTo>
                <a:cubicBezTo>
                  <a:pt x="1449" y="241"/>
                  <a:pt x="1449" y="241"/>
                  <a:pt x="1449" y="241"/>
                </a:cubicBezTo>
                <a:cubicBezTo>
                  <a:pt x="1449" y="245"/>
                  <a:pt x="1449" y="249"/>
                  <a:pt x="1448" y="253"/>
                </a:cubicBezTo>
                <a:cubicBezTo>
                  <a:pt x="1447" y="260"/>
                  <a:pt x="1440" y="275"/>
                  <a:pt x="1418" y="275"/>
                </a:cubicBezTo>
                <a:cubicBezTo>
                  <a:pt x="1397" y="275"/>
                  <a:pt x="1390" y="260"/>
                  <a:pt x="1389" y="253"/>
                </a:cubicBezTo>
                <a:cubicBezTo>
                  <a:pt x="1388" y="249"/>
                  <a:pt x="1388" y="245"/>
                  <a:pt x="1388" y="241"/>
                </a:cubicBezTo>
                <a:cubicBezTo>
                  <a:pt x="1388" y="10"/>
                  <a:pt x="1388" y="10"/>
                  <a:pt x="1388" y="10"/>
                </a:cubicBezTo>
                <a:cubicBezTo>
                  <a:pt x="1309" y="10"/>
                  <a:pt x="1309" y="10"/>
                  <a:pt x="1309" y="10"/>
                </a:cubicBezTo>
                <a:cubicBezTo>
                  <a:pt x="1309" y="234"/>
                  <a:pt x="1309" y="234"/>
                  <a:pt x="1309" y="234"/>
                </a:cubicBezTo>
                <a:cubicBezTo>
                  <a:pt x="1309" y="239"/>
                  <a:pt x="1309" y="251"/>
                  <a:pt x="1310" y="254"/>
                </a:cubicBezTo>
                <a:cubicBezTo>
                  <a:pt x="1315" y="312"/>
                  <a:pt x="1361" y="331"/>
                  <a:pt x="1418" y="331"/>
                </a:cubicBezTo>
                <a:cubicBezTo>
                  <a:pt x="1476" y="331"/>
                  <a:pt x="1522" y="312"/>
                  <a:pt x="1527" y="254"/>
                </a:cubicBezTo>
                <a:cubicBezTo>
                  <a:pt x="1528" y="251"/>
                  <a:pt x="1528" y="239"/>
                  <a:pt x="1528" y="234"/>
                </a:cubicBezTo>
                <a:lnTo>
                  <a:pt x="1528" y="10"/>
                </a:lnTo>
                <a:close/>
                <a:moveTo>
                  <a:pt x="2069" y="147"/>
                </a:moveTo>
                <a:cubicBezTo>
                  <a:pt x="2069" y="192"/>
                  <a:pt x="2069" y="192"/>
                  <a:pt x="2069" y="192"/>
                </a:cubicBezTo>
                <a:cubicBezTo>
                  <a:pt x="2101" y="192"/>
                  <a:pt x="2101" y="192"/>
                  <a:pt x="2101" y="192"/>
                </a:cubicBezTo>
                <a:cubicBezTo>
                  <a:pt x="2101" y="237"/>
                  <a:pt x="2101" y="237"/>
                  <a:pt x="2101" y="237"/>
                </a:cubicBezTo>
                <a:cubicBezTo>
                  <a:pt x="2101" y="241"/>
                  <a:pt x="2101" y="246"/>
                  <a:pt x="2100" y="249"/>
                </a:cubicBezTo>
                <a:cubicBezTo>
                  <a:pt x="2099" y="258"/>
                  <a:pt x="2091" y="272"/>
                  <a:pt x="2068" y="272"/>
                </a:cubicBezTo>
                <a:cubicBezTo>
                  <a:pt x="2045" y="272"/>
                  <a:pt x="2038" y="258"/>
                  <a:pt x="2036" y="249"/>
                </a:cubicBezTo>
                <a:cubicBezTo>
                  <a:pt x="2036" y="246"/>
                  <a:pt x="2035" y="241"/>
                  <a:pt x="2035" y="237"/>
                </a:cubicBezTo>
                <a:cubicBezTo>
                  <a:pt x="2035" y="95"/>
                  <a:pt x="2035" y="95"/>
                  <a:pt x="2035" y="95"/>
                </a:cubicBezTo>
                <a:cubicBezTo>
                  <a:pt x="2035" y="90"/>
                  <a:pt x="2036" y="85"/>
                  <a:pt x="2037" y="80"/>
                </a:cubicBezTo>
                <a:cubicBezTo>
                  <a:pt x="2038" y="73"/>
                  <a:pt x="2045" y="58"/>
                  <a:pt x="2068" y="58"/>
                </a:cubicBezTo>
                <a:cubicBezTo>
                  <a:pt x="2092" y="58"/>
                  <a:pt x="2098" y="74"/>
                  <a:pt x="2099" y="80"/>
                </a:cubicBezTo>
                <a:cubicBezTo>
                  <a:pt x="2100" y="85"/>
                  <a:pt x="2100" y="92"/>
                  <a:pt x="2100" y="92"/>
                </a:cubicBezTo>
                <a:cubicBezTo>
                  <a:pt x="2100" y="110"/>
                  <a:pt x="2100" y="110"/>
                  <a:pt x="2100" y="110"/>
                </a:cubicBezTo>
                <a:cubicBezTo>
                  <a:pt x="2178" y="110"/>
                  <a:pt x="2178" y="110"/>
                  <a:pt x="2178" y="110"/>
                </a:cubicBezTo>
                <a:cubicBezTo>
                  <a:pt x="2178" y="99"/>
                  <a:pt x="2178" y="99"/>
                  <a:pt x="2178" y="99"/>
                </a:cubicBezTo>
                <a:cubicBezTo>
                  <a:pt x="2178" y="99"/>
                  <a:pt x="2179" y="89"/>
                  <a:pt x="2178" y="79"/>
                </a:cubicBezTo>
                <a:cubicBezTo>
                  <a:pt x="2172" y="20"/>
                  <a:pt x="2124" y="2"/>
                  <a:pt x="2068" y="2"/>
                </a:cubicBezTo>
                <a:cubicBezTo>
                  <a:pt x="2013" y="2"/>
                  <a:pt x="1966" y="21"/>
                  <a:pt x="1959" y="79"/>
                </a:cubicBezTo>
                <a:cubicBezTo>
                  <a:pt x="1958" y="84"/>
                  <a:pt x="1958" y="94"/>
                  <a:pt x="1958" y="99"/>
                </a:cubicBezTo>
                <a:cubicBezTo>
                  <a:pt x="1958" y="230"/>
                  <a:pt x="1958" y="230"/>
                  <a:pt x="1958" y="230"/>
                </a:cubicBezTo>
                <a:cubicBezTo>
                  <a:pt x="1958" y="236"/>
                  <a:pt x="1958" y="241"/>
                  <a:pt x="1959" y="251"/>
                </a:cubicBezTo>
                <a:cubicBezTo>
                  <a:pt x="1964" y="308"/>
                  <a:pt x="2013" y="328"/>
                  <a:pt x="2068" y="328"/>
                </a:cubicBezTo>
                <a:cubicBezTo>
                  <a:pt x="2124" y="328"/>
                  <a:pt x="2173" y="308"/>
                  <a:pt x="2178" y="251"/>
                </a:cubicBezTo>
                <a:cubicBezTo>
                  <a:pt x="2179" y="241"/>
                  <a:pt x="2179" y="236"/>
                  <a:pt x="2179" y="230"/>
                </a:cubicBezTo>
                <a:cubicBezTo>
                  <a:pt x="2179" y="147"/>
                  <a:pt x="2179" y="147"/>
                  <a:pt x="2179" y="147"/>
                </a:cubicBezTo>
                <a:lnTo>
                  <a:pt x="2069" y="147"/>
                </a:lnTo>
                <a:close/>
              </a:path>
            </a:pathLst>
          </a:custGeom>
          <a:solidFill>
            <a:srgbClr val="0924A5"/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9"/>
              <a:buFont typeface="Arial"/>
              <a:buNone/>
            </a:pPr>
            <a:r>
              <a:t/>
            </a:r>
            <a:endParaRPr b="0" i="0" sz="1959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65631" y="6141164"/>
            <a:ext cx="1371564" cy="45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6"/>
          <p:cNvSpPr/>
          <p:nvPr/>
        </p:nvSpPr>
        <p:spPr>
          <a:xfrm>
            <a:off x="990000" y="4320000"/>
            <a:ext cx="5832526" cy="369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Coding and Programming Course</a:t>
            </a:r>
            <a:endParaRPr b="0" i="0" sz="2400" u="none" cap="none" strike="noStrike">
              <a:solidFill>
                <a:srgbClr val="1428A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6"/>
          <p:cNvSpPr/>
          <p:nvPr/>
        </p:nvSpPr>
        <p:spPr>
          <a:xfrm>
            <a:off x="724689" y="4320000"/>
            <a:ext cx="54000" cy="360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6"/>
          <p:cNvSpPr txBox="1"/>
          <p:nvPr>
            <p:ph idx="1" type="body"/>
          </p:nvPr>
        </p:nvSpPr>
        <p:spPr>
          <a:xfrm>
            <a:off x="720000" y="3551768"/>
            <a:ext cx="683780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0936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99"/>
              <a:buFont typeface="Arial"/>
              <a:buChar char="•"/>
              <a:defRPr b="0" i="0" sz="23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536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99"/>
              <a:buFont typeface="Arial"/>
              <a:buChar char="•"/>
              <a:defRPr b="0" i="0" sz="19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836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836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836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836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836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836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" name="Google Shape;17;p6"/>
          <p:cNvSpPr txBox="1"/>
          <p:nvPr>
            <p:ph type="title"/>
          </p:nvPr>
        </p:nvSpPr>
        <p:spPr>
          <a:xfrm>
            <a:off x="720000" y="1710000"/>
            <a:ext cx="5221019" cy="14773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able of Contents2">
  <p:cSld name="3_Table of Contents2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588" y="0"/>
            <a:ext cx="9902825" cy="6858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7"/>
          <p:cNvCxnSpPr/>
          <p:nvPr/>
        </p:nvCxnSpPr>
        <p:spPr>
          <a:xfrm>
            <a:off x="449468" y="6424935"/>
            <a:ext cx="9000714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1" name="Google Shape;21;p7"/>
          <p:cNvSpPr txBox="1"/>
          <p:nvPr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900"/>
              <a:buFont typeface="Arial"/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7"/>
          <p:cNvSpPr/>
          <p:nvPr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614">
          <p15:clr>
            <a:srgbClr val="FBAE40"/>
          </p15:clr>
        </p15:guide>
        <p15:guide id="2" pos="443">
          <p15:clr>
            <a:srgbClr val="FBAE40"/>
          </p15:clr>
        </p15:guide>
        <p15:guide id="3" pos="5955">
          <p15:clr>
            <a:srgbClr val="FBAE40"/>
          </p15:clr>
        </p15:guide>
        <p15:guide id="4" pos="6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able of Contents">
  <p:cSld name="2_Table of Content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902825" cy="6858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5" name="Google Shape;25;p8"/>
          <p:cNvCxnSpPr/>
          <p:nvPr/>
        </p:nvCxnSpPr>
        <p:spPr>
          <a:xfrm>
            <a:off x="449468" y="6424935"/>
            <a:ext cx="9000714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6" name="Google Shape;26;p8"/>
          <p:cNvSpPr txBox="1"/>
          <p:nvPr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900"/>
              <a:buFont typeface="Arial"/>
              <a:buNone/>
            </a:pPr>
            <a:fld id="{00000000-1234-1234-1234-123412341234}" type="slidenum">
              <a:rPr lang="en-US" sz="9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8"/>
          <p:cNvSpPr/>
          <p:nvPr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  <a:endParaRPr/>
          </a:p>
        </p:txBody>
      </p:sp>
      <p:sp>
        <p:nvSpPr>
          <p:cNvPr id="28" name="Google Shape;28;p8"/>
          <p:cNvSpPr txBox="1"/>
          <p:nvPr>
            <p:ph type="title"/>
          </p:nvPr>
        </p:nvSpPr>
        <p:spPr>
          <a:xfrm>
            <a:off x="449468" y="1440000"/>
            <a:ext cx="8541187" cy="4924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" name="Google Shape;29;p8"/>
          <p:cNvSpPr txBox="1"/>
          <p:nvPr>
            <p:ph idx="1" type="body"/>
          </p:nvPr>
        </p:nvSpPr>
        <p:spPr>
          <a:xfrm>
            <a:off x="449468" y="450000"/>
            <a:ext cx="323896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99"/>
              <a:buFont typeface="Arial"/>
              <a:buNone/>
              <a:defRPr b="0" i="0" sz="1799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0936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99"/>
              <a:buFont typeface="Arial"/>
              <a:buChar char="•"/>
              <a:defRPr b="0" i="0" sz="23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536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99"/>
              <a:buFont typeface="Arial"/>
              <a:buChar char="•"/>
              <a:defRPr b="0" i="0" sz="19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836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836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836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836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836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836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8"/>
          <p:cNvSpPr txBox="1"/>
          <p:nvPr>
            <p:ph idx="2" type="body"/>
          </p:nvPr>
        </p:nvSpPr>
        <p:spPr>
          <a:xfrm>
            <a:off x="790000" y="450001"/>
            <a:ext cx="683780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99"/>
              <a:buFont typeface="Arial"/>
              <a:buNone/>
              <a:defRPr b="0" i="0" sz="1799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0936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99"/>
              <a:buFont typeface="Arial"/>
              <a:buChar char="•"/>
              <a:defRPr b="0" i="0" sz="23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536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99"/>
              <a:buFont typeface="Arial"/>
              <a:buChar char="•"/>
              <a:defRPr b="0" i="0" sz="19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836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836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836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836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836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836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" name="Google Shape;31;p8"/>
          <p:cNvSpPr txBox="1"/>
          <p:nvPr>
            <p:ph idx="3" type="body"/>
          </p:nvPr>
        </p:nvSpPr>
        <p:spPr>
          <a:xfrm>
            <a:off x="9112825" y="480779"/>
            <a:ext cx="340625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0936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99"/>
              <a:buFont typeface="Arial"/>
              <a:buChar char="•"/>
              <a:defRPr b="0" i="0" sz="23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536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99"/>
              <a:buFont typeface="Arial"/>
              <a:buChar char="•"/>
              <a:defRPr b="0" i="0" sz="19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836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836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836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836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836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836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" name="Google Shape;32;p8"/>
          <p:cNvSpPr txBox="1"/>
          <p:nvPr>
            <p:ph idx="4" type="body"/>
          </p:nvPr>
        </p:nvSpPr>
        <p:spPr>
          <a:xfrm>
            <a:off x="8740667" y="480779"/>
            <a:ext cx="46785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0936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99"/>
              <a:buFont typeface="Arial"/>
              <a:buChar char="•"/>
              <a:defRPr b="0" i="0" sz="23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536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99"/>
              <a:buFont typeface="Arial"/>
              <a:buChar char="•"/>
              <a:defRPr b="0" i="0" sz="19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836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836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836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836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836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836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8"/>
          <p:cNvSpPr txBox="1"/>
          <p:nvPr>
            <p:ph idx="5" type="body"/>
          </p:nvPr>
        </p:nvSpPr>
        <p:spPr>
          <a:xfrm>
            <a:off x="522288" y="2221661"/>
            <a:ext cx="8055439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21945" lvl="0" marL="457200" marR="0" rtl="0" algn="l">
              <a:lnSpc>
                <a:spcPct val="128571"/>
              </a:lnSpc>
              <a:spcBef>
                <a:spcPts val="1000"/>
              </a:spcBef>
              <a:spcAft>
                <a:spcPts val="0"/>
              </a:spcAft>
              <a:buClr>
                <a:srgbClr val="262626"/>
              </a:buClr>
              <a:buSzPts val="1470"/>
              <a:buFont typeface="Arial"/>
              <a:buChar char="•"/>
              <a:defRPr b="0" i="0" sz="14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4640" lvl="1" marL="914400" marR="0" rtl="0" algn="l">
              <a:lnSpc>
                <a:spcPct val="138461"/>
              </a:lnSpc>
              <a:spcBef>
                <a:spcPts val="500"/>
              </a:spcBef>
              <a:spcAft>
                <a:spcPts val="0"/>
              </a:spcAft>
              <a:buClr>
                <a:srgbClr val="262626"/>
              </a:buClr>
              <a:buSzPts val="1040"/>
              <a:buFont typeface="Arial"/>
              <a:buChar char="•"/>
              <a:defRPr b="0" i="0" sz="13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536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99"/>
              <a:buFont typeface="Arial"/>
              <a:buChar char="•"/>
              <a:defRPr b="0" i="0" sz="19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836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836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836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836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836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836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" name="Google Shape;34;p8"/>
          <p:cNvSpPr txBox="1"/>
          <p:nvPr/>
        </p:nvSpPr>
        <p:spPr>
          <a:xfrm>
            <a:off x="6846858" y="6498001"/>
            <a:ext cx="2349501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Project Name</a:t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902">
          <p15:clr>
            <a:srgbClr val="FBAE40"/>
          </p15:clr>
        </p15:guide>
        <p15:guide id="2" pos="285">
          <p15:clr>
            <a:srgbClr val="FBAE40"/>
          </p15:clr>
        </p15:guide>
        <p15:guide id="3" pos="5955">
          <p15:clr>
            <a:srgbClr val="FBAE40"/>
          </p15:clr>
        </p15:guide>
        <p15:guide id="4" pos="32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ast" type="blank">
  <p:cSld name="BLANK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36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" y="4395"/>
            <a:ext cx="9899651" cy="6853605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9"/>
          <p:cNvSpPr/>
          <p:nvPr/>
        </p:nvSpPr>
        <p:spPr>
          <a:xfrm>
            <a:off x="2" y="0"/>
            <a:ext cx="9899651" cy="6858000"/>
          </a:xfrm>
          <a:prstGeom prst="rect">
            <a:avLst/>
          </a:prstGeom>
          <a:solidFill>
            <a:srgbClr val="1428A0">
              <a:alpha val="8980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59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9"/>
          <p:cNvSpPr/>
          <p:nvPr/>
        </p:nvSpPr>
        <p:spPr>
          <a:xfrm>
            <a:off x="449468" y="5677032"/>
            <a:ext cx="9000714" cy="7309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ⓒ2023 SAMSUNG. All rights reserved.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Samsung Electronics Corporate Citizenship Office holds the copyright of book.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This book is a literary property protected by copyright law so reprint and reproduction without permission are prohibited.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 use this book other than the curriculum of Samsung Innovation Campus or to use the entire or part of this book, you must receive written consent from copyright holder.</a:t>
            </a:r>
            <a:endParaRPr/>
          </a:p>
        </p:txBody>
      </p:sp>
      <p:pic>
        <p:nvPicPr>
          <p:cNvPr id="39" name="Google Shape;3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11822" y="3022951"/>
            <a:ext cx="2476006" cy="81209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/>
          <p:nvPr/>
        </p:nvSpPr>
        <p:spPr>
          <a:xfrm>
            <a:off x="449468" y="450000"/>
            <a:ext cx="1290568" cy="198000"/>
          </a:xfrm>
          <a:custGeom>
            <a:rect b="b" l="l" r="r" t="t"/>
            <a:pathLst>
              <a:path extrusionOk="0" h="334" w="2179">
                <a:moveTo>
                  <a:pt x="83" y="91"/>
                </a:moveTo>
                <a:cubicBezTo>
                  <a:pt x="81" y="84"/>
                  <a:pt x="82" y="78"/>
                  <a:pt x="82" y="74"/>
                </a:cubicBezTo>
                <a:cubicBezTo>
                  <a:pt x="84" y="64"/>
                  <a:pt x="91" y="53"/>
                  <a:pt x="111" y="53"/>
                </a:cubicBezTo>
                <a:cubicBezTo>
                  <a:pt x="129" y="53"/>
                  <a:pt x="140" y="65"/>
                  <a:pt x="140" y="82"/>
                </a:cubicBezTo>
                <a:cubicBezTo>
                  <a:pt x="140" y="101"/>
                  <a:pt x="140" y="101"/>
                  <a:pt x="140" y="101"/>
                </a:cubicBezTo>
                <a:cubicBezTo>
                  <a:pt x="218" y="101"/>
                  <a:pt x="218" y="101"/>
                  <a:pt x="218" y="101"/>
                </a:cubicBezTo>
                <a:cubicBezTo>
                  <a:pt x="218" y="79"/>
                  <a:pt x="218" y="79"/>
                  <a:pt x="218" y="79"/>
                </a:cubicBezTo>
                <a:cubicBezTo>
                  <a:pt x="218" y="11"/>
                  <a:pt x="156" y="0"/>
                  <a:pt x="112" y="0"/>
                </a:cubicBezTo>
                <a:cubicBezTo>
                  <a:pt x="57" y="0"/>
                  <a:pt x="12" y="19"/>
                  <a:pt x="4" y="70"/>
                </a:cubicBezTo>
                <a:cubicBezTo>
                  <a:pt x="1" y="84"/>
                  <a:pt x="1" y="96"/>
                  <a:pt x="4" y="112"/>
                </a:cubicBezTo>
                <a:cubicBezTo>
                  <a:pt x="18" y="175"/>
                  <a:pt x="128" y="194"/>
                  <a:pt x="145" y="234"/>
                </a:cubicBezTo>
                <a:cubicBezTo>
                  <a:pt x="148" y="241"/>
                  <a:pt x="147" y="251"/>
                  <a:pt x="145" y="257"/>
                </a:cubicBezTo>
                <a:cubicBezTo>
                  <a:pt x="143" y="267"/>
                  <a:pt x="136" y="278"/>
                  <a:pt x="115" y="278"/>
                </a:cubicBezTo>
                <a:cubicBezTo>
                  <a:pt x="95" y="278"/>
                  <a:pt x="84" y="267"/>
                  <a:pt x="84" y="250"/>
                </a:cubicBezTo>
                <a:cubicBezTo>
                  <a:pt x="83" y="220"/>
                  <a:pt x="83" y="220"/>
                  <a:pt x="83" y="220"/>
                </a:cubicBezTo>
                <a:cubicBezTo>
                  <a:pt x="0" y="220"/>
                  <a:pt x="0" y="220"/>
                  <a:pt x="0" y="220"/>
                </a:cubicBezTo>
                <a:cubicBezTo>
                  <a:pt x="0" y="244"/>
                  <a:pt x="0" y="244"/>
                  <a:pt x="0" y="244"/>
                </a:cubicBezTo>
                <a:cubicBezTo>
                  <a:pt x="0" y="313"/>
                  <a:pt x="55" y="334"/>
                  <a:pt x="113" y="334"/>
                </a:cubicBezTo>
                <a:cubicBezTo>
                  <a:pt x="169" y="334"/>
                  <a:pt x="216" y="315"/>
                  <a:pt x="223" y="263"/>
                </a:cubicBezTo>
                <a:cubicBezTo>
                  <a:pt x="227" y="236"/>
                  <a:pt x="224" y="218"/>
                  <a:pt x="223" y="212"/>
                </a:cubicBezTo>
                <a:cubicBezTo>
                  <a:pt x="210" y="146"/>
                  <a:pt x="92" y="127"/>
                  <a:pt x="83" y="91"/>
                </a:cubicBezTo>
                <a:moveTo>
                  <a:pt x="1096" y="91"/>
                </a:moveTo>
                <a:cubicBezTo>
                  <a:pt x="1094" y="85"/>
                  <a:pt x="1095" y="79"/>
                  <a:pt x="1096" y="75"/>
                </a:cubicBezTo>
                <a:cubicBezTo>
                  <a:pt x="1098" y="65"/>
                  <a:pt x="1104" y="54"/>
                  <a:pt x="1124" y="54"/>
                </a:cubicBezTo>
                <a:cubicBezTo>
                  <a:pt x="1142" y="54"/>
                  <a:pt x="1152" y="66"/>
                  <a:pt x="1152" y="82"/>
                </a:cubicBezTo>
                <a:cubicBezTo>
                  <a:pt x="1152" y="102"/>
                  <a:pt x="1152" y="102"/>
                  <a:pt x="1152" y="102"/>
                </a:cubicBezTo>
                <a:cubicBezTo>
                  <a:pt x="1229" y="102"/>
                  <a:pt x="1229" y="102"/>
                  <a:pt x="1229" y="102"/>
                </a:cubicBezTo>
                <a:cubicBezTo>
                  <a:pt x="1229" y="80"/>
                  <a:pt x="1229" y="80"/>
                  <a:pt x="1229" y="80"/>
                </a:cubicBezTo>
                <a:cubicBezTo>
                  <a:pt x="1229" y="13"/>
                  <a:pt x="1169" y="2"/>
                  <a:pt x="1125" y="2"/>
                </a:cubicBezTo>
                <a:cubicBezTo>
                  <a:pt x="1070" y="2"/>
                  <a:pt x="1026" y="20"/>
                  <a:pt x="1017" y="71"/>
                </a:cubicBezTo>
                <a:cubicBezTo>
                  <a:pt x="1015" y="84"/>
                  <a:pt x="1015" y="97"/>
                  <a:pt x="1018" y="112"/>
                </a:cubicBezTo>
                <a:cubicBezTo>
                  <a:pt x="1032" y="175"/>
                  <a:pt x="1141" y="193"/>
                  <a:pt x="1157" y="233"/>
                </a:cubicBezTo>
                <a:cubicBezTo>
                  <a:pt x="1160" y="241"/>
                  <a:pt x="1159" y="250"/>
                  <a:pt x="1158" y="256"/>
                </a:cubicBezTo>
                <a:cubicBezTo>
                  <a:pt x="1155" y="267"/>
                  <a:pt x="1148" y="277"/>
                  <a:pt x="1128" y="277"/>
                </a:cubicBezTo>
                <a:cubicBezTo>
                  <a:pt x="1108" y="277"/>
                  <a:pt x="1097" y="266"/>
                  <a:pt x="1097" y="249"/>
                </a:cubicBezTo>
                <a:cubicBezTo>
                  <a:pt x="1097" y="219"/>
                  <a:pt x="1097" y="219"/>
                  <a:pt x="1097" y="219"/>
                </a:cubicBezTo>
                <a:cubicBezTo>
                  <a:pt x="1014" y="219"/>
                  <a:pt x="1014" y="219"/>
                  <a:pt x="1014" y="219"/>
                </a:cubicBezTo>
                <a:cubicBezTo>
                  <a:pt x="1014" y="243"/>
                  <a:pt x="1014" y="243"/>
                  <a:pt x="1014" y="243"/>
                </a:cubicBezTo>
                <a:cubicBezTo>
                  <a:pt x="1014" y="312"/>
                  <a:pt x="1068" y="332"/>
                  <a:pt x="1126" y="332"/>
                </a:cubicBezTo>
                <a:cubicBezTo>
                  <a:pt x="1182" y="332"/>
                  <a:pt x="1228" y="313"/>
                  <a:pt x="1235" y="262"/>
                </a:cubicBezTo>
                <a:cubicBezTo>
                  <a:pt x="1238" y="235"/>
                  <a:pt x="1236" y="218"/>
                  <a:pt x="1234" y="211"/>
                </a:cubicBezTo>
                <a:cubicBezTo>
                  <a:pt x="1221" y="147"/>
                  <a:pt x="1105" y="127"/>
                  <a:pt x="1096" y="91"/>
                </a:cubicBezTo>
                <a:moveTo>
                  <a:pt x="1803" y="261"/>
                </a:moveTo>
                <a:cubicBezTo>
                  <a:pt x="1730" y="10"/>
                  <a:pt x="1730" y="10"/>
                  <a:pt x="1730" y="10"/>
                </a:cubicBezTo>
                <a:cubicBezTo>
                  <a:pt x="1614" y="10"/>
                  <a:pt x="1614" y="10"/>
                  <a:pt x="1614" y="10"/>
                </a:cubicBezTo>
                <a:cubicBezTo>
                  <a:pt x="1614" y="319"/>
                  <a:pt x="1614" y="319"/>
                  <a:pt x="1614" y="319"/>
                </a:cubicBezTo>
                <a:cubicBezTo>
                  <a:pt x="1691" y="319"/>
                  <a:pt x="1691" y="319"/>
                  <a:pt x="1691" y="319"/>
                </a:cubicBezTo>
                <a:cubicBezTo>
                  <a:pt x="1686" y="60"/>
                  <a:pt x="1686" y="60"/>
                  <a:pt x="1686" y="60"/>
                </a:cubicBezTo>
                <a:cubicBezTo>
                  <a:pt x="1765" y="319"/>
                  <a:pt x="1765" y="319"/>
                  <a:pt x="1765" y="319"/>
                </a:cubicBezTo>
                <a:cubicBezTo>
                  <a:pt x="1876" y="319"/>
                  <a:pt x="1876" y="319"/>
                  <a:pt x="1876" y="319"/>
                </a:cubicBezTo>
                <a:cubicBezTo>
                  <a:pt x="1876" y="10"/>
                  <a:pt x="1876" y="10"/>
                  <a:pt x="1876" y="10"/>
                </a:cubicBezTo>
                <a:cubicBezTo>
                  <a:pt x="1799" y="10"/>
                  <a:pt x="1799" y="10"/>
                  <a:pt x="1799" y="10"/>
                </a:cubicBezTo>
                <a:lnTo>
                  <a:pt x="1803" y="261"/>
                </a:lnTo>
                <a:close/>
                <a:moveTo>
                  <a:pt x="333" y="10"/>
                </a:moveTo>
                <a:cubicBezTo>
                  <a:pt x="276" y="322"/>
                  <a:pt x="276" y="322"/>
                  <a:pt x="276" y="322"/>
                </a:cubicBezTo>
                <a:cubicBezTo>
                  <a:pt x="360" y="322"/>
                  <a:pt x="360" y="322"/>
                  <a:pt x="360" y="322"/>
                </a:cubicBezTo>
                <a:cubicBezTo>
                  <a:pt x="403" y="33"/>
                  <a:pt x="403" y="33"/>
                  <a:pt x="403" y="33"/>
                </a:cubicBezTo>
                <a:cubicBezTo>
                  <a:pt x="446" y="322"/>
                  <a:pt x="446" y="322"/>
                  <a:pt x="446" y="322"/>
                </a:cubicBezTo>
                <a:cubicBezTo>
                  <a:pt x="529" y="322"/>
                  <a:pt x="529" y="322"/>
                  <a:pt x="529" y="322"/>
                </a:cubicBezTo>
                <a:cubicBezTo>
                  <a:pt x="472" y="10"/>
                  <a:pt x="472" y="10"/>
                  <a:pt x="472" y="10"/>
                </a:cubicBezTo>
                <a:lnTo>
                  <a:pt x="333" y="10"/>
                </a:lnTo>
                <a:close/>
                <a:moveTo>
                  <a:pt x="804" y="10"/>
                </a:moveTo>
                <a:cubicBezTo>
                  <a:pt x="765" y="254"/>
                  <a:pt x="765" y="254"/>
                  <a:pt x="765" y="254"/>
                </a:cubicBezTo>
                <a:cubicBezTo>
                  <a:pt x="725" y="10"/>
                  <a:pt x="725" y="10"/>
                  <a:pt x="725" y="10"/>
                </a:cubicBezTo>
                <a:cubicBezTo>
                  <a:pt x="598" y="10"/>
                  <a:pt x="598" y="10"/>
                  <a:pt x="598" y="10"/>
                </a:cubicBezTo>
                <a:cubicBezTo>
                  <a:pt x="592" y="322"/>
                  <a:pt x="592" y="322"/>
                  <a:pt x="592" y="322"/>
                </a:cubicBezTo>
                <a:cubicBezTo>
                  <a:pt x="669" y="322"/>
                  <a:pt x="669" y="322"/>
                  <a:pt x="669" y="322"/>
                </a:cubicBezTo>
                <a:cubicBezTo>
                  <a:pt x="671" y="33"/>
                  <a:pt x="671" y="33"/>
                  <a:pt x="671" y="33"/>
                </a:cubicBezTo>
                <a:cubicBezTo>
                  <a:pt x="725" y="322"/>
                  <a:pt x="725" y="322"/>
                  <a:pt x="725" y="322"/>
                </a:cubicBezTo>
                <a:cubicBezTo>
                  <a:pt x="804" y="322"/>
                  <a:pt x="804" y="322"/>
                  <a:pt x="804" y="322"/>
                </a:cubicBezTo>
                <a:cubicBezTo>
                  <a:pt x="858" y="33"/>
                  <a:pt x="858" y="33"/>
                  <a:pt x="858" y="33"/>
                </a:cubicBezTo>
                <a:cubicBezTo>
                  <a:pt x="860" y="322"/>
                  <a:pt x="860" y="322"/>
                  <a:pt x="860" y="322"/>
                </a:cubicBezTo>
                <a:cubicBezTo>
                  <a:pt x="938" y="322"/>
                  <a:pt x="938" y="322"/>
                  <a:pt x="938" y="322"/>
                </a:cubicBezTo>
                <a:cubicBezTo>
                  <a:pt x="931" y="10"/>
                  <a:pt x="931" y="10"/>
                  <a:pt x="931" y="10"/>
                </a:cubicBezTo>
                <a:lnTo>
                  <a:pt x="804" y="10"/>
                </a:lnTo>
                <a:close/>
                <a:moveTo>
                  <a:pt x="1528" y="10"/>
                </a:moveTo>
                <a:cubicBezTo>
                  <a:pt x="1449" y="10"/>
                  <a:pt x="1449" y="10"/>
                  <a:pt x="1449" y="10"/>
                </a:cubicBezTo>
                <a:cubicBezTo>
                  <a:pt x="1449" y="241"/>
                  <a:pt x="1449" y="241"/>
                  <a:pt x="1449" y="241"/>
                </a:cubicBezTo>
                <a:cubicBezTo>
                  <a:pt x="1449" y="245"/>
                  <a:pt x="1449" y="249"/>
                  <a:pt x="1448" y="253"/>
                </a:cubicBezTo>
                <a:cubicBezTo>
                  <a:pt x="1447" y="260"/>
                  <a:pt x="1440" y="275"/>
                  <a:pt x="1418" y="275"/>
                </a:cubicBezTo>
                <a:cubicBezTo>
                  <a:pt x="1397" y="275"/>
                  <a:pt x="1390" y="260"/>
                  <a:pt x="1389" y="253"/>
                </a:cubicBezTo>
                <a:cubicBezTo>
                  <a:pt x="1388" y="249"/>
                  <a:pt x="1388" y="245"/>
                  <a:pt x="1388" y="241"/>
                </a:cubicBezTo>
                <a:cubicBezTo>
                  <a:pt x="1388" y="10"/>
                  <a:pt x="1388" y="10"/>
                  <a:pt x="1388" y="10"/>
                </a:cubicBezTo>
                <a:cubicBezTo>
                  <a:pt x="1309" y="10"/>
                  <a:pt x="1309" y="10"/>
                  <a:pt x="1309" y="10"/>
                </a:cubicBezTo>
                <a:cubicBezTo>
                  <a:pt x="1309" y="234"/>
                  <a:pt x="1309" y="234"/>
                  <a:pt x="1309" y="234"/>
                </a:cubicBezTo>
                <a:cubicBezTo>
                  <a:pt x="1309" y="239"/>
                  <a:pt x="1309" y="251"/>
                  <a:pt x="1310" y="254"/>
                </a:cubicBezTo>
                <a:cubicBezTo>
                  <a:pt x="1315" y="312"/>
                  <a:pt x="1361" y="331"/>
                  <a:pt x="1418" y="331"/>
                </a:cubicBezTo>
                <a:cubicBezTo>
                  <a:pt x="1476" y="331"/>
                  <a:pt x="1522" y="312"/>
                  <a:pt x="1527" y="254"/>
                </a:cubicBezTo>
                <a:cubicBezTo>
                  <a:pt x="1528" y="251"/>
                  <a:pt x="1528" y="239"/>
                  <a:pt x="1528" y="234"/>
                </a:cubicBezTo>
                <a:lnTo>
                  <a:pt x="1528" y="10"/>
                </a:lnTo>
                <a:close/>
                <a:moveTo>
                  <a:pt x="2069" y="147"/>
                </a:moveTo>
                <a:cubicBezTo>
                  <a:pt x="2069" y="192"/>
                  <a:pt x="2069" y="192"/>
                  <a:pt x="2069" y="192"/>
                </a:cubicBezTo>
                <a:cubicBezTo>
                  <a:pt x="2101" y="192"/>
                  <a:pt x="2101" y="192"/>
                  <a:pt x="2101" y="192"/>
                </a:cubicBezTo>
                <a:cubicBezTo>
                  <a:pt x="2101" y="237"/>
                  <a:pt x="2101" y="237"/>
                  <a:pt x="2101" y="237"/>
                </a:cubicBezTo>
                <a:cubicBezTo>
                  <a:pt x="2101" y="241"/>
                  <a:pt x="2101" y="246"/>
                  <a:pt x="2100" y="249"/>
                </a:cubicBezTo>
                <a:cubicBezTo>
                  <a:pt x="2099" y="258"/>
                  <a:pt x="2091" y="272"/>
                  <a:pt x="2068" y="272"/>
                </a:cubicBezTo>
                <a:cubicBezTo>
                  <a:pt x="2045" y="272"/>
                  <a:pt x="2038" y="258"/>
                  <a:pt x="2036" y="249"/>
                </a:cubicBezTo>
                <a:cubicBezTo>
                  <a:pt x="2036" y="246"/>
                  <a:pt x="2035" y="241"/>
                  <a:pt x="2035" y="237"/>
                </a:cubicBezTo>
                <a:cubicBezTo>
                  <a:pt x="2035" y="95"/>
                  <a:pt x="2035" y="95"/>
                  <a:pt x="2035" y="95"/>
                </a:cubicBezTo>
                <a:cubicBezTo>
                  <a:pt x="2035" y="90"/>
                  <a:pt x="2036" y="85"/>
                  <a:pt x="2037" y="80"/>
                </a:cubicBezTo>
                <a:cubicBezTo>
                  <a:pt x="2038" y="73"/>
                  <a:pt x="2045" y="58"/>
                  <a:pt x="2068" y="58"/>
                </a:cubicBezTo>
                <a:cubicBezTo>
                  <a:pt x="2092" y="58"/>
                  <a:pt x="2098" y="74"/>
                  <a:pt x="2099" y="80"/>
                </a:cubicBezTo>
                <a:cubicBezTo>
                  <a:pt x="2100" y="85"/>
                  <a:pt x="2100" y="92"/>
                  <a:pt x="2100" y="92"/>
                </a:cubicBezTo>
                <a:cubicBezTo>
                  <a:pt x="2100" y="110"/>
                  <a:pt x="2100" y="110"/>
                  <a:pt x="2100" y="110"/>
                </a:cubicBezTo>
                <a:cubicBezTo>
                  <a:pt x="2178" y="110"/>
                  <a:pt x="2178" y="110"/>
                  <a:pt x="2178" y="110"/>
                </a:cubicBezTo>
                <a:cubicBezTo>
                  <a:pt x="2178" y="99"/>
                  <a:pt x="2178" y="99"/>
                  <a:pt x="2178" y="99"/>
                </a:cubicBezTo>
                <a:cubicBezTo>
                  <a:pt x="2178" y="99"/>
                  <a:pt x="2179" y="89"/>
                  <a:pt x="2178" y="79"/>
                </a:cubicBezTo>
                <a:cubicBezTo>
                  <a:pt x="2172" y="20"/>
                  <a:pt x="2124" y="2"/>
                  <a:pt x="2068" y="2"/>
                </a:cubicBezTo>
                <a:cubicBezTo>
                  <a:pt x="2013" y="2"/>
                  <a:pt x="1966" y="21"/>
                  <a:pt x="1959" y="79"/>
                </a:cubicBezTo>
                <a:cubicBezTo>
                  <a:pt x="1958" y="84"/>
                  <a:pt x="1958" y="94"/>
                  <a:pt x="1958" y="99"/>
                </a:cubicBezTo>
                <a:cubicBezTo>
                  <a:pt x="1958" y="230"/>
                  <a:pt x="1958" y="230"/>
                  <a:pt x="1958" y="230"/>
                </a:cubicBezTo>
                <a:cubicBezTo>
                  <a:pt x="1958" y="236"/>
                  <a:pt x="1958" y="241"/>
                  <a:pt x="1959" y="251"/>
                </a:cubicBezTo>
                <a:cubicBezTo>
                  <a:pt x="1964" y="308"/>
                  <a:pt x="2013" y="328"/>
                  <a:pt x="2068" y="328"/>
                </a:cubicBezTo>
                <a:cubicBezTo>
                  <a:pt x="2124" y="328"/>
                  <a:pt x="2173" y="308"/>
                  <a:pt x="2178" y="251"/>
                </a:cubicBezTo>
                <a:cubicBezTo>
                  <a:pt x="2179" y="241"/>
                  <a:pt x="2179" y="236"/>
                  <a:pt x="2179" y="230"/>
                </a:cubicBezTo>
                <a:cubicBezTo>
                  <a:pt x="2179" y="147"/>
                  <a:pt x="2179" y="147"/>
                  <a:pt x="2179" y="147"/>
                </a:cubicBezTo>
                <a:lnTo>
                  <a:pt x="2069" y="14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9"/>
              <a:buFont typeface="Arial"/>
              <a:buNone/>
            </a:pPr>
            <a:r>
              <a:t/>
            </a:r>
            <a:endParaRPr sz="1959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Table of Contents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Google Shape;42;p10"/>
          <p:cNvCxnSpPr/>
          <p:nvPr/>
        </p:nvCxnSpPr>
        <p:spPr>
          <a:xfrm>
            <a:off x="449468" y="6424935"/>
            <a:ext cx="9000714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43" name="Google Shape;43;p10"/>
          <p:cNvSpPr txBox="1"/>
          <p:nvPr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900"/>
              <a:buFont typeface="Arial"/>
              <a:buNone/>
            </a:pPr>
            <a:fld id="{00000000-1234-1234-1234-123412341234}" type="slidenum">
              <a:rPr lang="en-US" sz="9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10"/>
          <p:cNvSpPr/>
          <p:nvPr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  <a:endParaRPr/>
          </a:p>
        </p:txBody>
      </p:sp>
      <p:sp>
        <p:nvSpPr>
          <p:cNvPr id="45" name="Google Shape;45;p10"/>
          <p:cNvSpPr txBox="1"/>
          <p:nvPr/>
        </p:nvSpPr>
        <p:spPr>
          <a:xfrm>
            <a:off x="6846858" y="6498001"/>
            <a:ext cx="2349501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Project Name</a:t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285">
          <p15:clr>
            <a:srgbClr val="FBAE40"/>
          </p15:clr>
        </p15:guide>
        <p15:guide id="2" pos="5955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able of Contents2">
  <p:cSld name="2_Table of Contents2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588" y="0"/>
            <a:ext cx="9902825" cy="6858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8" name="Google Shape;48;p11"/>
          <p:cNvCxnSpPr/>
          <p:nvPr/>
        </p:nvCxnSpPr>
        <p:spPr>
          <a:xfrm>
            <a:off x="449468" y="6424935"/>
            <a:ext cx="9000714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49" name="Google Shape;49;p11"/>
          <p:cNvSpPr txBox="1"/>
          <p:nvPr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900"/>
              <a:buFont typeface="Arial"/>
              <a:buNone/>
            </a:pPr>
            <a:fld id="{00000000-1234-1234-1234-123412341234}" type="slidenum">
              <a:rPr lang="en-US" sz="9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11"/>
          <p:cNvSpPr/>
          <p:nvPr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  <a:endParaRPr/>
          </a:p>
        </p:txBody>
      </p:sp>
      <p:sp>
        <p:nvSpPr>
          <p:cNvPr id="51" name="Google Shape;51;p11"/>
          <p:cNvSpPr/>
          <p:nvPr/>
        </p:nvSpPr>
        <p:spPr>
          <a:xfrm>
            <a:off x="990000" y="4157757"/>
            <a:ext cx="3563339" cy="323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C&amp;P </a:t>
            </a:r>
            <a:r>
              <a:rPr lang="en-US" sz="2100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Course</a:t>
            </a:r>
            <a:endParaRPr sz="2100">
              <a:solidFill>
                <a:srgbClr val="1428A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1"/>
          <p:cNvSpPr/>
          <p:nvPr/>
        </p:nvSpPr>
        <p:spPr>
          <a:xfrm>
            <a:off x="720000" y="2095275"/>
            <a:ext cx="60008" cy="1759369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11"/>
          <p:cNvSpPr/>
          <p:nvPr/>
        </p:nvSpPr>
        <p:spPr>
          <a:xfrm>
            <a:off x="720000" y="4157757"/>
            <a:ext cx="60008" cy="323165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11"/>
          <p:cNvSpPr txBox="1"/>
          <p:nvPr>
            <p:ph type="title"/>
          </p:nvPr>
        </p:nvSpPr>
        <p:spPr>
          <a:xfrm>
            <a:off x="990000" y="2095275"/>
            <a:ext cx="5221019" cy="13542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1"/>
          <p:cNvSpPr txBox="1"/>
          <p:nvPr>
            <p:ph idx="1" type="body"/>
          </p:nvPr>
        </p:nvSpPr>
        <p:spPr>
          <a:xfrm>
            <a:off x="990000" y="3577645"/>
            <a:ext cx="683780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0936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99"/>
              <a:buFont typeface="Arial"/>
              <a:buChar char="•"/>
              <a:defRPr b="0" i="0" sz="23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536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99"/>
              <a:buFont typeface="Arial"/>
              <a:buChar char="•"/>
              <a:defRPr b="0" i="0" sz="19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836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836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836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836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836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836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99"/>
              <a:buFont typeface="Arial"/>
              <a:buChar char="•"/>
              <a:defRPr b="0" i="0" sz="1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614">
          <p15:clr>
            <a:srgbClr val="FBAE40"/>
          </p15:clr>
        </p15:guide>
        <p15:guide id="2" pos="443">
          <p15:clr>
            <a:srgbClr val="FBAE40"/>
          </p15:clr>
        </p15:guide>
        <p15:guide id="3" pos="5955">
          <p15:clr>
            <a:srgbClr val="FBAE40"/>
          </p15:clr>
        </p15:guide>
        <p15:guide id="4" pos="60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able of Contents">
  <p:cSld name="3_Table of Contents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902825" cy="6858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8" name="Google Shape;58;p12"/>
          <p:cNvCxnSpPr/>
          <p:nvPr/>
        </p:nvCxnSpPr>
        <p:spPr>
          <a:xfrm>
            <a:off x="449468" y="6424935"/>
            <a:ext cx="9000714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59" name="Google Shape;59;p12"/>
          <p:cNvSpPr txBox="1"/>
          <p:nvPr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900"/>
              <a:buFont typeface="Arial"/>
              <a:buNone/>
            </a:pPr>
            <a:fld id="{00000000-1234-1234-1234-123412341234}" type="slidenum">
              <a:rPr lang="en-US" sz="9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12"/>
          <p:cNvSpPr/>
          <p:nvPr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  <a:endParaRPr/>
          </a:p>
        </p:txBody>
      </p:sp>
      <p:sp>
        <p:nvSpPr>
          <p:cNvPr id="61" name="Google Shape;61;p12"/>
          <p:cNvSpPr txBox="1"/>
          <p:nvPr/>
        </p:nvSpPr>
        <p:spPr>
          <a:xfrm>
            <a:off x="6846858" y="6498001"/>
            <a:ext cx="2349501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Project Name</a:t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902">
          <p15:clr>
            <a:srgbClr val="FBAE40"/>
          </p15:clr>
        </p15:guide>
        <p15:guide id="2" pos="285">
          <p15:clr>
            <a:srgbClr val="FBAE40"/>
          </p15:clr>
        </p15:guide>
        <p15:guide id="3" pos="5955">
          <p15:clr>
            <a:srgbClr val="FBAE40"/>
          </p15:clr>
        </p15:guide>
        <p15:guide id="4" pos="32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able of Contents">
  <p:cSld name="1_Table of Contents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902825" cy="6858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4" name="Google Shape;64;p13"/>
          <p:cNvCxnSpPr/>
          <p:nvPr/>
        </p:nvCxnSpPr>
        <p:spPr>
          <a:xfrm>
            <a:off x="449468" y="6424935"/>
            <a:ext cx="9000714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5" name="Google Shape;65;p13"/>
          <p:cNvSpPr txBox="1"/>
          <p:nvPr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900"/>
              <a:buFont typeface="Arial"/>
              <a:buNone/>
            </a:pPr>
            <a:fld id="{00000000-1234-1234-1234-123412341234}" type="slidenum">
              <a:rPr lang="en-US" sz="9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13"/>
          <p:cNvSpPr/>
          <p:nvPr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  <a:endParaRPr/>
          </a:p>
        </p:txBody>
      </p:sp>
      <p:sp>
        <p:nvSpPr>
          <p:cNvPr id="67" name="Google Shape;67;p13"/>
          <p:cNvSpPr txBox="1"/>
          <p:nvPr/>
        </p:nvSpPr>
        <p:spPr>
          <a:xfrm>
            <a:off x="6846858" y="6498001"/>
            <a:ext cx="2349501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Project Name</a:t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5955">
          <p15:clr>
            <a:srgbClr val="FBAE40"/>
          </p15:clr>
        </p15:guide>
        <p15:guide id="3" pos="285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ody">
  <p:cSld name="Body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9" name="Google Shape;69;p14"/>
          <p:cNvCxnSpPr/>
          <p:nvPr/>
        </p:nvCxnSpPr>
        <p:spPr>
          <a:xfrm>
            <a:off x="449468" y="6424935"/>
            <a:ext cx="9000714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0" name="Google Shape;70;p14"/>
          <p:cNvSpPr txBox="1"/>
          <p:nvPr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900"/>
              <a:buFont typeface="Arial"/>
              <a:buNone/>
            </a:pPr>
            <a:fld id="{00000000-1234-1234-1234-123412341234}" type="slidenum">
              <a:rPr lang="en-US" sz="9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4"/>
          <p:cNvSpPr/>
          <p:nvPr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  <a:endParaRPr/>
          </a:p>
        </p:txBody>
      </p:sp>
      <p:cxnSp>
        <p:nvCxnSpPr>
          <p:cNvPr id="72" name="Google Shape;72;p14"/>
          <p:cNvCxnSpPr/>
          <p:nvPr/>
        </p:nvCxnSpPr>
        <p:spPr>
          <a:xfrm>
            <a:off x="449468" y="900000"/>
            <a:ext cx="9000714" cy="0"/>
          </a:xfrm>
          <a:prstGeom prst="straightConnector1">
            <a:avLst/>
          </a:prstGeom>
          <a:noFill/>
          <a:ln cap="flat" cmpd="sng" w="15875">
            <a:solidFill>
              <a:srgbClr val="0924A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3" name="Google Shape;73;p14"/>
          <p:cNvSpPr txBox="1"/>
          <p:nvPr/>
        </p:nvSpPr>
        <p:spPr>
          <a:xfrm>
            <a:off x="6846858" y="6498001"/>
            <a:ext cx="2349501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Project Name</a:t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85">
          <p15:clr>
            <a:srgbClr val="FBAE40"/>
          </p15:clr>
        </p15:guide>
        <p15:guide id="3" pos="5955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Body">
  <p:cSld name="1_Body">
    <p:bg>
      <p:bgPr>
        <a:solidFill>
          <a:srgbClr val="F2F2F2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90282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449468" y="450000"/>
            <a:ext cx="1282022" cy="198000"/>
          </a:xfrm>
          <a:custGeom>
            <a:rect b="b" l="l" r="r" t="t"/>
            <a:pathLst>
              <a:path extrusionOk="0" h="334" w="2179">
                <a:moveTo>
                  <a:pt x="83" y="91"/>
                </a:moveTo>
                <a:cubicBezTo>
                  <a:pt x="81" y="84"/>
                  <a:pt x="82" y="78"/>
                  <a:pt x="82" y="74"/>
                </a:cubicBezTo>
                <a:cubicBezTo>
                  <a:pt x="84" y="64"/>
                  <a:pt x="91" y="53"/>
                  <a:pt x="111" y="53"/>
                </a:cubicBezTo>
                <a:cubicBezTo>
                  <a:pt x="129" y="53"/>
                  <a:pt x="140" y="65"/>
                  <a:pt x="140" y="82"/>
                </a:cubicBezTo>
                <a:cubicBezTo>
                  <a:pt x="140" y="101"/>
                  <a:pt x="140" y="101"/>
                  <a:pt x="140" y="101"/>
                </a:cubicBezTo>
                <a:cubicBezTo>
                  <a:pt x="218" y="101"/>
                  <a:pt x="218" y="101"/>
                  <a:pt x="218" y="101"/>
                </a:cubicBezTo>
                <a:cubicBezTo>
                  <a:pt x="218" y="79"/>
                  <a:pt x="218" y="79"/>
                  <a:pt x="218" y="79"/>
                </a:cubicBezTo>
                <a:cubicBezTo>
                  <a:pt x="218" y="11"/>
                  <a:pt x="156" y="0"/>
                  <a:pt x="112" y="0"/>
                </a:cubicBezTo>
                <a:cubicBezTo>
                  <a:pt x="57" y="0"/>
                  <a:pt x="12" y="19"/>
                  <a:pt x="4" y="70"/>
                </a:cubicBezTo>
                <a:cubicBezTo>
                  <a:pt x="1" y="84"/>
                  <a:pt x="1" y="96"/>
                  <a:pt x="4" y="112"/>
                </a:cubicBezTo>
                <a:cubicBezTo>
                  <a:pt x="18" y="175"/>
                  <a:pt x="128" y="194"/>
                  <a:pt x="145" y="234"/>
                </a:cubicBezTo>
                <a:cubicBezTo>
                  <a:pt x="148" y="241"/>
                  <a:pt x="147" y="251"/>
                  <a:pt x="145" y="257"/>
                </a:cubicBezTo>
                <a:cubicBezTo>
                  <a:pt x="143" y="267"/>
                  <a:pt x="136" y="278"/>
                  <a:pt x="115" y="278"/>
                </a:cubicBezTo>
                <a:cubicBezTo>
                  <a:pt x="95" y="278"/>
                  <a:pt x="84" y="267"/>
                  <a:pt x="84" y="250"/>
                </a:cubicBezTo>
                <a:cubicBezTo>
                  <a:pt x="83" y="220"/>
                  <a:pt x="83" y="220"/>
                  <a:pt x="83" y="220"/>
                </a:cubicBezTo>
                <a:cubicBezTo>
                  <a:pt x="0" y="220"/>
                  <a:pt x="0" y="220"/>
                  <a:pt x="0" y="220"/>
                </a:cubicBezTo>
                <a:cubicBezTo>
                  <a:pt x="0" y="244"/>
                  <a:pt x="0" y="244"/>
                  <a:pt x="0" y="244"/>
                </a:cubicBezTo>
                <a:cubicBezTo>
                  <a:pt x="0" y="313"/>
                  <a:pt x="55" y="334"/>
                  <a:pt x="113" y="334"/>
                </a:cubicBezTo>
                <a:cubicBezTo>
                  <a:pt x="169" y="334"/>
                  <a:pt x="216" y="315"/>
                  <a:pt x="223" y="263"/>
                </a:cubicBezTo>
                <a:cubicBezTo>
                  <a:pt x="227" y="236"/>
                  <a:pt x="224" y="218"/>
                  <a:pt x="223" y="212"/>
                </a:cubicBezTo>
                <a:cubicBezTo>
                  <a:pt x="210" y="146"/>
                  <a:pt x="92" y="127"/>
                  <a:pt x="83" y="91"/>
                </a:cubicBezTo>
                <a:moveTo>
                  <a:pt x="1096" y="91"/>
                </a:moveTo>
                <a:cubicBezTo>
                  <a:pt x="1094" y="85"/>
                  <a:pt x="1095" y="79"/>
                  <a:pt x="1096" y="75"/>
                </a:cubicBezTo>
                <a:cubicBezTo>
                  <a:pt x="1098" y="65"/>
                  <a:pt x="1104" y="54"/>
                  <a:pt x="1124" y="54"/>
                </a:cubicBezTo>
                <a:cubicBezTo>
                  <a:pt x="1142" y="54"/>
                  <a:pt x="1152" y="66"/>
                  <a:pt x="1152" y="82"/>
                </a:cubicBezTo>
                <a:cubicBezTo>
                  <a:pt x="1152" y="102"/>
                  <a:pt x="1152" y="102"/>
                  <a:pt x="1152" y="102"/>
                </a:cubicBezTo>
                <a:cubicBezTo>
                  <a:pt x="1229" y="102"/>
                  <a:pt x="1229" y="102"/>
                  <a:pt x="1229" y="102"/>
                </a:cubicBezTo>
                <a:cubicBezTo>
                  <a:pt x="1229" y="80"/>
                  <a:pt x="1229" y="80"/>
                  <a:pt x="1229" y="80"/>
                </a:cubicBezTo>
                <a:cubicBezTo>
                  <a:pt x="1229" y="13"/>
                  <a:pt x="1169" y="2"/>
                  <a:pt x="1125" y="2"/>
                </a:cubicBezTo>
                <a:cubicBezTo>
                  <a:pt x="1070" y="2"/>
                  <a:pt x="1026" y="20"/>
                  <a:pt x="1017" y="71"/>
                </a:cubicBezTo>
                <a:cubicBezTo>
                  <a:pt x="1015" y="84"/>
                  <a:pt x="1015" y="97"/>
                  <a:pt x="1018" y="112"/>
                </a:cubicBezTo>
                <a:cubicBezTo>
                  <a:pt x="1032" y="175"/>
                  <a:pt x="1141" y="193"/>
                  <a:pt x="1157" y="233"/>
                </a:cubicBezTo>
                <a:cubicBezTo>
                  <a:pt x="1160" y="241"/>
                  <a:pt x="1159" y="250"/>
                  <a:pt x="1158" y="256"/>
                </a:cubicBezTo>
                <a:cubicBezTo>
                  <a:pt x="1155" y="267"/>
                  <a:pt x="1148" y="277"/>
                  <a:pt x="1128" y="277"/>
                </a:cubicBezTo>
                <a:cubicBezTo>
                  <a:pt x="1108" y="277"/>
                  <a:pt x="1097" y="266"/>
                  <a:pt x="1097" y="249"/>
                </a:cubicBezTo>
                <a:cubicBezTo>
                  <a:pt x="1097" y="219"/>
                  <a:pt x="1097" y="219"/>
                  <a:pt x="1097" y="219"/>
                </a:cubicBezTo>
                <a:cubicBezTo>
                  <a:pt x="1014" y="219"/>
                  <a:pt x="1014" y="219"/>
                  <a:pt x="1014" y="219"/>
                </a:cubicBezTo>
                <a:cubicBezTo>
                  <a:pt x="1014" y="243"/>
                  <a:pt x="1014" y="243"/>
                  <a:pt x="1014" y="243"/>
                </a:cubicBezTo>
                <a:cubicBezTo>
                  <a:pt x="1014" y="312"/>
                  <a:pt x="1068" y="332"/>
                  <a:pt x="1126" y="332"/>
                </a:cubicBezTo>
                <a:cubicBezTo>
                  <a:pt x="1182" y="332"/>
                  <a:pt x="1228" y="313"/>
                  <a:pt x="1235" y="262"/>
                </a:cubicBezTo>
                <a:cubicBezTo>
                  <a:pt x="1238" y="235"/>
                  <a:pt x="1236" y="218"/>
                  <a:pt x="1234" y="211"/>
                </a:cubicBezTo>
                <a:cubicBezTo>
                  <a:pt x="1221" y="147"/>
                  <a:pt x="1105" y="127"/>
                  <a:pt x="1096" y="91"/>
                </a:cubicBezTo>
                <a:moveTo>
                  <a:pt x="1803" y="261"/>
                </a:moveTo>
                <a:cubicBezTo>
                  <a:pt x="1730" y="10"/>
                  <a:pt x="1730" y="10"/>
                  <a:pt x="1730" y="10"/>
                </a:cubicBezTo>
                <a:cubicBezTo>
                  <a:pt x="1614" y="10"/>
                  <a:pt x="1614" y="10"/>
                  <a:pt x="1614" y="10"/>
                </a:cubicBezTo>
                <a:cubicBezTo>
                  <a:pt x="1614" y="319"/>
                  <a:pt x="1614" y="319"/>
                  <a:pt x="1614" y="319"/>
                </a:cubicBezTo>
                <a:cubicBezTo>
                  <a:pt x="1691" y="319"/>
                  <a:pt x="1691" y="319"/>
                  <a:pt x="1691" y="319"/>
                </a:cubicBezTo>
                <a:cubicBezTo>
                  <a:pt x="1686" y="60"/>
                  <a:pt x="1686" y="60"/>
                  <a:pt x="1686" y="60"/>
                </a:cubicBezTo>
                <a:cubicBezTo>
                  <a:pt x="1765" y="319"/>
                  <a:pt x="1765" y="319"/>
                  <a:pt x="1765" y="319"/>
                </a:cubicBezTo>
                <a:cubicBezTo>
                  <a:pt x="1876" y="319"/>
                  <a:pt x="1876" y="319"/>
                  <a:pt x="1876" y="319"/>
                </a:cubicBezTo>
                <a:cubicBezTo>
                  <a:pt x="1876" y="10"/>
                  <a:pt x="1876" y="10"/>
                  <a:pt x="1876" y="10"/>
                </a:cubicBezTo>
                <a:cubicBezTo>
                  <a:pt x="1799" y="10"/>
                  <a:pt x="1799" y="10"/>
                  <a:pt x="1799" y="10"/>
                </a:cubicBezTo>
                <a:lnTo>
                  <a:pt x="1803" y="261"/>
                </a:lnTo>
                <a:close/>
                <a:moveTo>
                  <a:pt x="333" y="10"/>
                </a:moveTo>
                <a:cubicBezTo>
                  <a:pt x="276" y="322"/>
                  <a:pt x="276" y="322"/>
                  <a:pt x="276" y="322"/>
                </a:cubicBezTo>
                <a:cubicBezTo>
                  <a:pt x="360" y="322"/>
                  <a:pt x="360" y="322"/>
                  <a:pt x="360" y="322"/>
                </a:cubicBezTo>
                <a:cubicBezTo>
                  <a:pt x="403" y="33"/>
                  <a:pt x="403" y="33"/>
                  <a:pt x="403" y="33"/>
                </a:cubicBezTo>
                <a:cubicBezTo>
                  <a:pt x="446" y="322"/>
                  <a:pt x="446" y="322"/>
                  <a:pt x="446" y="322"/>
                </a:cubicBezTo>
                <a:cubicBezTo>
                  <a:pt x="529" y="322"/>
                  <a:pt x="529" y="322"/>
                  <a:pt x="529" y="322"/>
                </a:cubicBezTo>
                <a:cubicBezTo>
                  <a:pt x="472" y="10"/>
                  <a:pt x="472" y="10"/>
                  <a:pt x="472" y="10"/>
                </a:cubicBezTo>
                <a:lnTo>
                  <a:pt x="333" y="10"/>
                </a:lnTo>
                <a:close/>
                <a:moveTo>
                  <a:pt x="804" y="10"/>
                </a:moveTo>
                <a:cubicBezTo>
                  <a:pt x="765" y="254"/>
                  <a:pt x="765" y="254"/>
                  <a:pt x="765" y="254"/>
                </a:cubicBezTo>
                <a:cubicBezTo>
                  <a:pt x="725" y="10"/>
                  <a:pt x="725" y="10"/>
                  <a:pt x="725" y="10"/>
                </a:cubicBezTo>
                <a:cubicBezTo>
                  <a:pt x="598" y="10"/>
                  <a:pt x="598" y="10"/>
                  <a:pt x="598" y="10"/>
                </a:cubicBezTo>
                <a:cubicBezTo>
                  <a:pt x="592" y="322"/>
                  <a:pt x="592" y="322"/>
                  <a:pt x="592" y="322"/>
                </a:cubicBezTo>
                <a:cubicBezTo>
                  <a:pt x="669" y="322"/>
                  <a:pt x="669" y="322"/>
                  <a:pt x="669" y="322"/>
                </a:cubicBezTo>
                <a:cubicBezTo>
                  <a:pt x="671" y="33"/>
                  <a:pt x="671" y="33"/>
                  <a:pt x="671" y="33"/>
                </a:cubicBezTo>
                <a:cubicBezTo>
                  <a:pt x="725" y="322"/>
                  <a:pt x="725" y="322"/>
                  <a:pt x="725" y="322"/>
                </a:cubicBezTo>
                <a:cubicBezTo>
                  <a:pt x="804" y="322"/>
                  <a:pt x="804" y="322"/>
                  <a:pt x="804" y="322"/>
                </a:cubicBezTo>
                <a:cubicBezTo>
                  <a:pt x="858" y="33"/>
                  <a:pt x="858" y="33"/>
                  <a:pt x="858" y="33"/>
                </a:cubicBezTo>
                <a:cubicBezTo>
                  <a:pt x="860" y="322"/>
                  <a:pt x="860" y="322"/>
                  <a:pt x="860" y="322"/>
                </a:cubicBezTo>
                <a:cubicBezTo>
                  <a:pt x="938" y="322"/>
                  <a:pt x="938" y="322"/>
                  <a:pt x="938" y="322"/>
                </a:cubicBezTo>
                <a:cubicBezTo>
                  <a:pt x="931" y="10"/>
                  <a:pt x="931" y="10"/>
                  <a:pt x="931" y="10"/>
                </a:cubicBezTo>
                <a:lnTo>
                  <a:pt x="804" y="10"/>
                </a:lnTo>
                <a:close/>
                <a:moveTo>
                  <a:pt x="1528" y="10"/>
                </a:moveTo>
                <a:cubicBezTo>
                  <a:pt x="1449" y="10"/>
                  <a:pt x="1449" y="10"/>
                  <a:pt x="1449" y="10"/>
                </a:cubicBezTo>
                <a:cubicBezTo>
                  <a:pt x="1449" y="241"/>
                  <a:pt x="1449" y="241"/>
                  <a:pt x="1449" y="241"/>
                </a:cubicBezTo>
                <a:cubicBezTo>
                  <a:pt x="1449" y="245"/>
                  <a:pt x="1449" y="249"/>
                  <a:pt x="1448" y="253"/>
                </a:cubicBezTo>
                <a:cubicBezTo>
                  <a:pt x="1447" y="260"/>
                  <a:pt x="1440" y="275"/>
                  <a:pt x="1418" y="275"/>
                </a:cubicBezTo>
                <a:cubicBezTo>
                  <a:pt x="1397" y="275"/>
                  <a:pt x="1390" y="260"/>
                  <a:pt x="1389" y="253"/>
                </a:cubicBezTo>
                <a:cubicBezTo>
                  <a:pt x="1388" y="249"/>
                  <a:pt x="1388" y="245"/>
                  <a:pt x="1388" y="241"/>
                </a:cubicBezTo>
                <a:cubicBezTo>
                  <a:pt x="1388" y="10"/>
                  <a:pt x="1388" y="10"/>
                  <a:pt x="1388" y="10"/>
                </a:cubicBezTo>
                <a:cubicBezTo>
                  <a:pt x="1309" y="10"/>
                  <a:pt x="1309" y="10"/>
                  <a:pt x="1309" y="10"/>
                </a:cubicBezTo>
                <a:cubicBezTo>
                  <a:pt x="1309" y="234"/>
                  <a:pt x="1309" y="234"/>
                  <a:pt x="1309" y="234"/>
                </a:cubicBezTo>
                <a:cubicBezTo>
                  <a:pt x="1309" y="239"/>
                  <a:pt x="1309" y="251"/>
                  <a:pt x="1310" y="254"/>
                </a:cubicBezTo>
                <a:cubicBezTo>
                  <a:pt x="1315" y="312"/>
                  <a:pt x="1361" y="331"/>
                  <a:pt x="1418" y="331"/>
                </a:cubicBezTo>
                <a:cubicBezTo>
                  <a:pt x="1476" y="331"/>
                  <a:pt x="1522" y="312"/>
                  <a:pt x="1527" y="254"/>
                </a:cubicBezTo>
                <a:cubicBezTo>
                  <a:pt x="1528" y="251"/>
                  <a:pt x="1528" y="239"/>
                  <a:pt x="1528" y="234"/>
                </a:cubicBezTo>
                <a:lnTo>
                  <a:pt x="1528" y="10"/>
                </a:lnTo>
                <a:close/>
                <a:moveTo>
                  <a:pt x="2069" y="147"/>
                </a:moveTo>
                <a:cubicBezTo>
                  <a:pt x="2069" y="192"/>
                  <a:pt x="2069" y="192"/>
                  <a:pt x="2069" y="192"/>
                </a:cubicBezTo>
                <a:cubicBezTo>
                  <a:pt x="2101" y="192"/>
                  <a:pt x="2101" y="192"/>
                  <a:pt x="2101" y="192"/>
                </a:cubicBezTo>
                <a:cubicBezTo>
                  <a:pt x="2101" y="237"/>
                  <a:pt x="2101" y="237"/>
                  <a:pt x="2101" y="237"/>
                </a:cubicBezTo>
                <a:cubicBezTo>
                  <a:pt x="2101" y="241"/>
                  <a:pt x="2101" y="246"/>
                  <a:pt x="2100" y="249"/>
                </a:cubicBezTo>
                <a:cubicBezTo>
                  <a:pt x="2099" y="258"/>
                  <a:pt x="2091" y="272"/>
                  <a:pt x="2068" y="272"/>
                </a:cubicBezTo>
                <a:cubicBezTo>
                  <a:pt x="2045" y="272"/>
                  <a:pt x="2038" y="258"/>
                  <a:pt x="2036" y="249"/>
                </a:cubicBezTo>
                <a:cubicBezTo>
                  <a:pt x="2036" y="246"/>
                  <a:pt x="2035" y="241"/>
                  <a:pt x="2035" y="237"/>
                </a:cubicBezTo>
                <a:cubicBezTo>
                  <a:pt x="2035" y="95"/>
                  <a:pt x="2035" y="95"/>
                  <a:pt x="2035" y="95"/>
                </a:cubicBezTo>
                <a:cubicBezTo>
                  <a:pt x="2035" y="90"/>
                  <a:pt x="2036" y="85"/>
                  <a:pt x="2037" y="80"/>
                </a:cubicBezTo>
                <a:cubicBezTo>
                  <a:pt x="2038" y="73"/>
                  <a:pt x="2045" y="58"/>
                  <a:pt x="2068" y="58"/>
                </a:cubicBezTo>
                <a:cubicBezTo>
                  <a:pt x="2092" y="58"/>
                  <a:pt x="2098" y="74"/>
                  <a:pt x="2099" y="80"/>
                </a:cubicBezTo>
                <a:cubicBezTo>
                  <a:pt x="2100" y="85"/>
                  <a:pt x="2100" y="92"/>
                  <a:pt x="2100" y="92"/>
                </a:cubicBezTo>
                <a:cubicBezTo>
                  <a:pt x="2100" y="110"/>
                  <a:pt x="2100" y="110"/>
                  <a:pt x="2100" y="110"/>
                </a:cubicBezTo>
                <a:cubicBezTo>
                  <a:pt x="2178" y="110"/>
                  <a:pt x="2178" y="110"/>
                  <a:pt x="2178" y="110"/>
                </a:cubicBezTo>
                <a:cubicBezTo>
                  <a:pt x="2178" y="99"/>
                  <a:pt x="2178" y="99"/>
                  <a:pt x="2178" y="99"/>
                </a:cubicBezTo>
                <a:cubicBezTo>
                  <a:pt x="2178" y="99"/>
                  <a:pt x="2179" y="89"/>
                  <a:pt x="2178" y="79"/>
                </a:cubicBezTo>
                <a:cubicBezTo>
                  <a:pt x="2172" y="20"/>
                  <a:pt x="2124" y="2"/>
                  <a:pt x="2068" y="2"/>
                </a:cubicBezTo>
                <a:cubicBezTo>
                  <a:pt x="2013" y="2"/>
                  <a:pt x="1966" y="21"/>
                  <a:pt x="1959" y="79"/>
                </a:cubicBezTo>
                <a:cubicBezTo>
                  <a:pt x="1958" y="84"/>
                  <a:pt x="1958" y="94"/>
                  <a:pt x="1958" y="99"/>
                </a:cubicBezTo>
                <a:cubicBezTo>
                  <a:pt x="1958" y="230"/>
                  <a:pt x="1958" y="230"/>
                  <a:pt x="1958" y="230"/>
                </a:cubicBezTo>
                <a:cubicBezTo>
                  <a:pt x="1958" y="236"/>
                  <a:pt x="1958" y="241"/>
                  <a:pt x="1959" y="251"/>
                </a:cubicBezTo>
                <a:cubicBezTo>
                  <a:pt x="1964" y="308"/>
                  <a:pt x="2013" y="328"/>
                  <a:pt x="2068" y="328"/>
                </a:cubicBezTo>
                <a:cubicBezTo>
                  <a:pt x="2124" y="328"/>
                  <a:pt x="2173" y="308"/>
                  <a:pt x="2178" y="251"/>
                </a:cubicBezTo>
                <a:cubicBezTo>
                  <a:pt x="2179" y="241"/>
                  <a:pt x="2179" y="236"/>
                  <a:pt x="2179" y="230"/>
                </a:cubicBezTo>
                <a:cubicBezTo>
                  <a:pt x="2179" y="147"/>
                  <a:pt x="2179" y="147"/>
                  <a:pt x="2179" y="147"/>
                </a:cubicBezTo>
                <a:lnTo>
                  <a:pt x="2069" y="147"/>
                </a:lnTo>
                <a:close/>
              </a:path>
            </a:pathLst>
          </a:custGeom>
          <a:solidFill>
            <a:srgbClr val="0924A5"/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9"/>
              <a:buFont typeface="Arial"/>
              <a:buNone/>
            </a:pPr>
            <a:r>
              <a:t/>
            </a:r>
            <a:endParaRPr sz="1959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7" name="Google Shape;7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65631" y="6141164"/>
            <a:ext cx="1371564" cy="45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"/>
          <p:cNvSpPr txBox="1"/>
          <p:nvPr>
            <p:ph idx="1" type="body"/>
          </p:nvPr>
        </p:nvSpPr>
        <p:spPr>
          <a:xfrm>
            <a:off x="720000" y="3551768"/>
            <a:ext cx="683780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800"/>
              <a:buNone/>
            </a:pPr>
            <a:r>
              <a:rPr lang="en-US"/>
              <a:t>Team Name</a:t>
            </a:r>
            <a:endParaRPr/>
          </a:p>
        </p:txBody>
      </p:sp>
      <p:sp>
        <p:nvSpPr>
          <p:cNvPr id="83" name="Google Shape;83;p1"/>
          <p:cNvSpPr txBox="1"/>
          <p:nvPr>
            <p:ph type="title"/>
          </p:nvPr>
        </p:nvSpPr>
        <p:spPr>
          <a:xfrm>
            <a:off x="720000" y="1710000"/>
            <a:ext cx="5221019" cy="14773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US"/>
              <a:t>Project</a:t>
            </a:r>
            <a:br>
              <a:rPr lang="en-US"/>
            </a:br>
            <a:r>
              <a:rPr lang="en-US"/>
              <a:t>Name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2"/>
          <p:cNvGrpSpPr/>
          <p:nvPr/>
        </p:nvGrpSpPr>
        <p:grpSpPr>
          <a:xfrm>
            <a:off x="710836" y="1892040"/>
            <a:ext cx="4379913" cy="1216982"/>
            <a:chOff x="4181256" y="3224809"/>
            <a:chExt cx="4379913" cy="1216982"/>
          </a:xfrm>
        </p:grpSpPr>
        <p:sp>
          <p:nvSpPr>
            <p:cNvPr id="89" name="Google Shape;89;p2"/>
            <p:cNvSpPr/>
            <p:nvPr/>
          </p:nvSpPr>
          <p:spPr>
            <a:xfrm>
              <a:off x="4364136" y="3225982"/>
              <a:ext cx="4197033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00" u="none" cap="none" strike="noStrike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Unit 1. Title</a:t>
              </a: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4181256" y="3224809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5160752" y="3641572"/>
              <a:ext cx="3400417" cy="80021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400" u="none" cap="none" strike="noStrike">
                  <a:solidFill>
                    <a:srgbClr val="193EB0"/>
                  </a:solidFill>
                  <a:latin typeface="Arial"/>
                  <a:ea typeface="Arial"/>
                  <a:cs typeface="Arial"/>
                  <a:sym typeface="Arial"/>
                </a:rPr>
                <a:t>1.1. Subtitle</a:t>
              </a:r>
              <a:endParaRPr/>
            </a:p>
            <a:p>
              <a:pPr indent="0" lvl="0" marL="0" marR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i="0" lang="en-US" sz="1400" u="none" cap="none" strike="noStrike">
                  <a:solidFill>
                    <a:srgbClr val="A5A5A5"/>
                  </a:solidFill>
                  <a:latin typeface="Arial"/>
                  <a:ea typeface="Arial"/>
                  <a:cs typeface="Arial"/>
                  <a:sym typeface="Arial"/>
                </a:rPr>
                <a:t>1.2. Subtitle</a:t>
              </a:r>
              <a:endParaRPr/>
            </a:p>
            <a:p>
              <a:pPr indent="0" lvl="0" marL="0" marR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i="0" lang="en-US" sz="1400" u="none" cap="none" strike="noStrike">
                  <a:solidFill>
                    <a:srgbClr val="A5A5A5"/>
                  </a:solidFill>
                  <a:latin typeface="Arial"/>
                  <a:ea typeface="Arial"/>
                  <a:cs typeface="Arial"/>
                  <a:sym typeface="Arial"/>
                </a:rPr>
                <a:t>1.3. Subtitle</a:t>
              </a:r>
              <a:endParaRPr/>
            </a:p>
          </p:txBody>
        </p:sp>
      </p:grpSp>
      <p:grpSp>
        <p:nvGrpSpPr>
          <p:cNvPr id="92" name="Google Shape;92;p2"/>
          <p:cNvGrpSpPr/>
          <p:nvPr/>
        </p:nvGrpSpPr>
        <p:grpSpPr>
          <a:xfrm>
            <a:off x="710836" y="3266753"/>
            <a:ext cx="4379913" cy="1216982"/>
            <a:chOff x="4181256" y="3224809"/>
            <a:chExt cx="4379913" cy="1216982"/>
          </a:xfrm>
        </p:grpSpPr>
        <p:sp>
          <p:nvSpPr>
            <p:cNvPr id="93" name="Google Shape;93;p2"/>
            <p:cNvSpPr/>
            <p:nvPr/>
          </p:nvSpPr>
          <p:spPr>
            <a:xfrm>
              <a:off x="4364136" y="3225982"/>
              <a:ext cx="4197033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00" u="none" cap="none" strike="noStrike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Unit 2. Title</a:t>
              </a:r>
              <a:endParaRPr/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4181256" y="3224809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5160752" y="3641572"/>
              <a:ext cx="3400417" cy="80021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400" u="none" cap="none" strike="noStrike">
                  <a:solidFill>
                    <a:srgbClr val="193EB0"/>
                  </a:solidFill>
                  <a:latin typeface="Arial"/>
                  <a:ea typeface="Arial"/>
                  <a:cs typeface="Arial"/>
                  <a:sym typeface="Arial"/>
                </a:rPr>
                <a:t>2.1. Subtitle</a:t>
              </a:r>
              <a:endParaRPr/>
            </a:p>
            <a:p>
              <a:pPr indent="0" lvl="0" marL="0" marR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i="0" lang="en-US" sz="1400" u="none" cap="none" strike="noStrike">
                  <a:solidFill>
                    <a:srgbClr val="A5A5A5"/>
                  </a:solidFill>
                  <a:latin typeface="Arial"/>
                  <a:ea typeface="Arial"/>
                  <a:cs typeface="Arial"/>
                  <a:sym typeface="Arial"/>
                </a:rPr>
                <a:t>2.2. Subtitle</a:t>
              </a:r>
              <a:endParaRPr/>
            </a:p>
            <a:p>
              <a:pPr indent="0" lvl="0" marL="0" marR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i="0" lang="en-US" sz="1400" u="none" cap="none" strike="noStrike">
                  <a:solidFill>
                    <a:srgbClr val="A5A5A5"/>
                  </a:solidFill>
                  <a:latin typeface="Arial"/>
                  <a:ea typeface="Arial"/>
                  <a:cs typeface="Arial"/>
                  <a:sym typeface="Arial"/>
                </a:rPr>
                <a:t>2.3. Subtitle</a:t>
              </a:r>
              <a:endParaRPr/>
            </a:p>
          </p:txBody>
        </p:sp>
      </p:grpSp>
      <p:grpSp>
        <p:nvGrpSpPr>
          <p:cNvPr id="96" name="Google Shape;96;p2"/>
          <p:cNvGrpSpPr/>
          <p:nvPr/>
        </p:nvGrpSpPr>
        <p:grpSpPr>
          <a:xfrm>
            <a:off x="710836" y="4641466"/>
            <a:ext cx="4379913" cy="1216982"/>
            <a:chOff x="4181256" y="3224809"/>
            <a:chExt cx="4379913" cy="1216982"/>
          </a:xfrm>
        </p:grpSpPr>
        <p:sp>
          <p:nvSpPr>
            <p:cNvPr id="97" name="Google Shape;97;p2"/>
            <p:cNvSpPr/>
            <p:nvPr/>
          </p:nvSpPr>
          <p:spPr>
            <a:xfrm>
              <a:off x="4364136" y="3225982"/>
              <a:ext cx="4197033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00" u="none" cap="none" strike="noStrike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Unit 3. Title</a:t>
              </a: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4181256" y="3224809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5160752" y="3641572"/>
              <a:ext cx="3400417" cy="80021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400" u="none" cap="none" strike="noStrike">
                  <a:solidFill>
                    <a:srgbClr val="193EB0"/>
                  </a:solidFill>
                  <a:latin typeface="Arial"/>
                  <a:ea typeface="Arial"/>
                  <a:cs typeface="Arial"/>
                  <a:sym typeface="Arial"/>
                </a:rPr>
                <a:t>3.1. Subtitle</a:t>
              </a:r>
              <a:endParaRPr/>
            </a:p>
            <a:p>
              <a:pPr indent="0" lvl="0" marL="0" marR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i="0" lang="en-US" sz="1400" u="none" cap="none" strike="noStrike">
                  <a:solidFill>
                    <a:srgbClr val="A5A5A5"/>
                  </a:solidFill>
                  <a:latin typeface="Arial"/>
                  <a:ea typeface="Arial"/>
                  <a:cs typeface="Arial"/>
                  <a:sym typeface="Arial"/>
                </a:rPr>
                <a:t>3.2. Subtitle</a:t>
              </a:r>
              <a:endParaRPr/>
            </a:p>
            <a:p>
              <a:pPr indent="0" lvl="0" marL="0" marR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i="0" lang="en-US" sz="1400" u="none" cap="none" strike="noStrike">
                  <a:solidFill>
                    <a:srgbClr val="A5A5A5"/>
                  </a:solidFill>
                  <a:latin typeface="Arial"/>
                  <a:ea typeface="Arial"/>
                  <a:cs typeface="Arial"/>
                  <a:sym typeface="Arial"/>
                </a:rPr>
                <a:t>3.3. Subtitle</a:t>
              </a:r>
              <a:endParaRPr/>
            </a:p>
          </p:txBody>
        </p:sp>
      </p:grpSp>
      <p:sp>
        <p:nvSpPr>
          <p:cNvPr id="100" name="Google Shape;100;p2"/>
          <p:cNvSpPr/>
          <p:nvPr/>
        </p:nvSpPr>
        <p:spPr>
          <a:xfrm>
            <a:off x="710836" y="357668"/>
            <a:ext cx="850832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Project Name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"/>
          <p:cNvSpPr txBox="1"/>
          <p:nvPr>
            <p:ph type="title"/>
          </p:nvPr>
        </p:nvSpPr>
        <p:spPr>
          <a:xfrm>
            <a:off x="449468" y="1440000"/>
            <a:ext cx="8541187" cy="4924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200"/>
              <a:buFont typeface="Arial"/>
              <a:buNone/>
            </a:pPr>
            <a:r>
              <a:rPr lang="en-US"/>
              <a:t>Slide Title</a:t>
            </a:r>
            <a:endParaRPr/>
          </a:p>
        </p:txBody>
      </p:sp>
      <p:sp>
        <p:nvSpPr>
          <p:cNvPr id="106" name="Google Shape;106;p3"/>
          <p:cNvSpPr txBox="1"/>
          <p:nvPr>
            <p:ph idx="1" type="body"/>
          </p:nvPr>
        </p:nvSpPr>
        <p:spPr>
          <a:xfrm>
            <a:off x="449468" y="450000"/>
            <a:ext cx="323896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</a:pPr>
            <a:r>
              <a:rPr lang="en-US"/>
              <a:t>1.1</a:t>
            </a:r>
            <a:endParaRPr/>
          </a:p>
        </p:txBody>
      </p:sp>
      <p:sp>
        <p:nvSpPr>
          <p:cNvPr id="107" name="Google Shape;107;p3"/>
          <p:cNvSpPr txBox="1"/>
          <p:nvPr>
            <p:ph idx="2" type="body"/>
          </p:nvPr>
        </p:nvSpPr>
        <p:spPr>
          <a:xfrm>
            <a:off x="790000" y="450001"/>
            <a:ext cx="683780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</a:pPr>
            <a:r>
              <a:rPr lang="en-US"/>
              <a:t>Subtitle</a:t>
            </a:r>
            <a:endParaRPr/>
          </a:p>
        </p:txBody>
      </p:sp>
      <p:sp>
        <p:nvSpPr>
          <p:cNvPr id="108" name="Google Shape;108;p3"/>
          <p:cNvSpPr txBox="1"/>
          <p:nvPr>
            <p:ph idx="3" type="body"/>
          </p:nvPr>
        </p:nvSpPr>
        <p:spPr>
          <a:xfrm>
            <a:off x="9112825" y="480779"/>
            <a:ext cx="340625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1600"/>
              <a:buNone/>
            </a:pPr>
            <a:r>
              <a:rPr lang="en-US"/>
              <a:t>01</a:t>
            </a:r>
            <a:endParaRPr/>
          </a:p>
        </p:txBody>
      </p:sp>
      <p:sp>
        <p:nvSpPr>
          <p:cNvPr id="109" name="Google Shape;109;p3"/>
          <p:cNvSpPr txBox="1"/>
          <p:nvPr>
            <p:ph idx="4" type="body"/>
          </p:nvPr>
        </p:nvSpPr>
        <p:spPr>
          <a:xfrm>
            <a:off x="8418131" y="480775"/>
            <a:ext cx="790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1600"/>
              <a:buNone/>
            </a:pPr>
            <a:r>
              <a:rPr lang="en-US"/>
              <a:t>UNIT</a:t>
            </a:r>
            <a:endParaRPr/>
          </a:p>
        </p:txBody>
      </p:sp>
      <p:sp>
        <p:nvSpPr>
          <p:cNvPr id="110" name="Google Shape;110;p3"/>
          <p:cNvSpPr txBox="1"/>
          <p:nvPr>
            <p:ph idx="5" type="body"/>
          </p:nvPr>
        </p:nvSpPr>
        <p:spPr>
          <a:xfrm>
            <a:off x="522288" y="2221661"/>
            <a:ext cx="8055439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747" lvl="0" marL="177747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470"/>
              <a:buFont typeface="Arial"/>
              <a:buChar char="•"/>
            </a:pPr>
            <a:r>
              <a:rPr lang="en-US"/>
              <a:t>Level-1</a:t>
            </a:r>
            <a:endParaRPr/>
          </a:p>
          <a:p>
            <a:pPr indent="-182507" lvl="1" marL="360255" rtl="0" algn="l">
              <a:lnSpc>
                <a:spcPct val="138461"/>
              </a:lnSpc>
              <a:spcBef>
                <a:spcPts val="500"/>
              </a:spcBef>
              <a:spcAft>
                <a:spcPts val="0"/>
              </a:spcAft>
              <a:buClr>
                <a:srgbClr val="262626"/>
              </a:buClr>
              <a:buSzPts val="1040"/>
              <a:buChar char="•"/>
            </a:pPr>
            <a:r>
              <a:rPr lang="en-US"/>
              <a:t>Level-2</a:t>
            </a:r>
            <a:endParaRPr/>
          </a:p>
        </p:txBody>
      </p:sp>
      <p:sp>
        <p:nvSpPr>
          <p:cNvPr id="111" name="Google Shape;111;p3"/>
          <p:cNvSpPr/>
          <p:nvPr/>
        </p:nvSpPr>
        <p:spPr>
          <a:xfrm>
            <a:off x="5793967" y="5268499"/>
            <a:ext cx="2881575" cy="954970"/>
          </a:xfrm>
          <a:prstGeom prst="wedgeRectCallout">
            <a:avLst>
              <a:gd fmla="val 49389" name="adj1"/>
              <a:gd fmla="val 71166" name="adj2"/>
            </a:avLst>
          </a:prstGeom>
          <a:solidFill>
            <a:srgbClr val="FFFF00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Please edit project name and page number in slide master.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2019-07-06T14:12:49Z</dcterms:created>
  <dc:creator>Soon Yong Chang</dc:creator>
</cp:coreProperties>
</file>