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8" r:id="rId11"/>
    <p:sldId id="2689" r:id="rId12"/>
    <p:sldId id="259" r:id="rId13"/>
  </p:sldIdLst>
  <p:sldSz cx="9902825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119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5" roundtripDataSignature="AMtx7mjao44pu+KCA6NTQBv1XWNfs34U4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1363" y="67"/>
      </p:cViewPr>
      <p:guideLst>
        <p:guide pos="311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DAD157A8-1C1F-4A6B-F197-091732FF4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>
            <a:extLst>
              <a:ext uri="{FF2B5EF4-FFF2-40B4-BE49-F238E27FC236}">
                <a16:creationId xmlns:a16="http://schemas.microsoft.com/office/drawing/2014/main" id="{A0922F1A-1AF4-1332-BE6E-BC9F3873EE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:notes">
            <a:extLst>
              <a:ext uri="{FF2B5EF4-FFF2-40B4-BE49-F238E27FC236}">
                <a16:creationId xmlns:a16="http://schemas.microsoft.com/office/drawing/2014/main" id="{ABD48EB9-8A42-8310-994F-C97BC51CB7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153441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127A3BD1-575B-073B-F078-26E32A836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>
            <a:extLst>
              <a:ext uri="{FF2B5EF4-FFF2-40B4-BE49-F238E27FC236}">
                <a16:creationId xmlns:a16="http://schemas.microsoft.com/office/drawing/2014/main" id="{31F31ABE-0D79-D68E-F3F8-BB7FACD4FE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:notes">
            <a:extLst>
              <a:ext uri="{FF2B5EF4-FFF2-40B4-BE49-F238E27FC236}">
                <a16:creationId xmlns:a16="http://schemas.microsoft.com/office/drawing/2014/main" id="{8688A882-4B64-10B1-C908-7341EDCA79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583298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C9630EBA-D568-4889-0B32-8981B2E43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>
            <a:extLst>
              <a:ext uri="{FF2B5EF4-FFF2-40B4-BE49-F238E27FC236}">
                <a16:creationId xmlns:a16="http://schemas.microsoft.com/office/drawing/2014/main" id="{0503F192-17FB-698E-ECD1-4CC8A60D6C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:notes">
            <a:extLst>
              <a:ext uri="{FF2B5EF4-FFF2-40B4-BE49-F238E27FC236}">
                <a16:creationId xmlns:a16="http://schemas.microsoft.com/office/drawing/2014/main" id="{DA251B28-FDCE-36D8-EB56-B7F8D5F441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931262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C35803BE-557E-7724-F461-5305773B1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>
            <a:extLst>
              <a:ext uri="{FF2B5EF4-FFF2-40B4-BE49-F238E27FC236}">
                <a16:creationId xmlns:a16="http://schemas.microsoft.com/office/drawing/2014/main" id="{A2833593-2745-22BA-6E21-5E050C0822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:notes">
            <a:extLst>
              <a:ext uri="{FF2B5EF4-FFF2-40B4-BE49-F238E27FC236}">
                <a16:creationId xmlns:a16="http://schemas.microsoft.com/office/drawing/2014/main" id="{0C8E9160-D94B-B132-724C-C03BFA97EB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151218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6DB006D7-2A73-D1A8-CE19-E9C06F785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>
            <a:extLst>
              <a:ext uri="{FF2B5EF4-FFF2-40B4-BE49-F238E27FC236}">
                <a16:creationId xmlns:a16="http://schemas.microsoft.com/office/drawing/2014/main" id="{877BA6B0-3CB8-880D-4343-6F7704D6AF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:notes">
            <a:extLst>
              <a:ext uri="{FF2B5EF4-FFF2-40B4-BE49-F238E27FC236}">
                <a16:creationId xmlns:a16="http://schemas.microsoft.com/office/drawing/2014/main" id="{B14127E5-B5D5-EF13-C72C-84D4B12A7F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382634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2A6864B4-1019-CB0F-E6BE-955D64D23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>
            <a:extLst>
              <a:ext uri="{FF2B5EF4-FFF2-40B4-BE49-F238E27FC236}">
                <a16:creationId xmlns:a16="http://schemas.microsoft.com/office/drawing/2014/main" id="{E1E7514A-FFC9-2FD3-4AEA-4BC170BFCD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:notes">
            <a:extLst>
              <a:ext uri="{FF2B5EF4-FFF2-40B4-BE49-F238E27FC236}">
                <a16:creationId xmlns:a16="http://schemas.microsoft.com/office/drawing/2014/main" id="{1D79D85D-84C2-C457-8350-E21292CF86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914172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5E66DCE2-7338-9E45-CE05-900579306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>
            <a:extLst>
              <a:ext uri="{FF2B5EF4-FFF2-40B4-BE49-F238E27FC236}">
                <a16:creationId xmlns:a16="http://schemas.microsoft.com/office/drawing/2014/main" id="{EE0BA2C6-E9E4-B3F2-C554-9C9CDA8883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:notes">
            <a:extLst>
              <a:ext uri="{FF2B5EF4-FFF2-40B4-BE49-F238E27FC236}">
                <a16:creationId xmlns:a16="http://schemas.microsoft.com/office/drawing/2014/main" id="{DAE23B58-2A71-463E-2404-9E89C5E84E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528920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CF8F98BC-E3B6-F419-C472-5D77EAB40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>
            <a:extLst>
              <a:ext uri="{FF2B5EF4-FFF2-40B4-BE49-F238E27FC236}">
                <a16:creationId xmlns:a16="http://schemas.microsoft.com/office/drawing/2014/main" id="{E27501FA-503D-5B43-871C-509C515CCF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:notes">
            <a:extLst>
              <a:ext uri="{FF2B5EF4-FFF2-40B4-BE49-F238E27FC236}">
                <a16:creationId xmlns:a16="http://schemas.microsoft.com/office/drawing/2014/main" id="{F835542A-A1D7-E0B9-5A3B-F454ECAC6A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169415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ront Cover">
  <p:cSld name="Front Cover">
    <p:bg>
      <p:bgPr>
        <a:solidFill>
          <a:srgbClr val="F2F2F2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9028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6"/>
          <p:cNvSpPr/>
          <p:nvPr/>
        </p:nvSpPr>
        <p:spPr>
          <a:xfrm>
            <a:off x="449468" y="450000"/>
            <a:ext cx="1282022" cy="198000"/>
          </a:xfrm>
          <a:custGeom>
            <a:avLst/>
            <a:gdLst/>
            <a:ahLst/>
            <a:cxnLst/>
            <a:rect l="l" t="t" r="r" b="b"/>
            <a:pathLst>
              <a:path w="2179" h="334" extrusionOk="0">
                <a:moveTo>
                  <a:pt x="83" y="91"/>
                </a:moveTo>
                <a:cubicBezTo>
                  <a:pt x="81" y="84"/>
                  <a:pt x="82" y="78"/>
                  <a:pt x="82" y="74"/>
                </a:cubicBezTo>
                <a:cubicBezTo>
                  <a:pt x="84" y="64"/>
                  <a:pt x="91" y="53"/>
                  <a:pt x="111" y="53"/>
                </a:cubicBezTo>
                <a:cubicBezTo>
                  <a:pt x="129" y="53"/>
                  <a:pt x="140" y="65"/>
                  <a:pt x="140" y="82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218" y="101"/>
                  <a:pt x="218" y="101"/>
                  <a:pt x="218" y="101"/>
                </a:cubicBezTo>
                <a:cubicBezTo>
                  <a:pt x="218" y="79"/>
                  <a:pt x="218" y="79"/>
                  <a:pt x="218" y="79"/>
                </a:cubicBezTo>
                <a:cubicBezTo>
                  <a:pt x="218" y="11"/>
                  <a:pt x="156" y="0"/>
                  <a:pt x="112" y="0"/>
                </a:cubicBezTo>
                <a:cubicBezTo>
                  <a:pt x="57" y="0"/>
                  <a:pt x="12" y="19"/>
                  <a:pt x="4" y="70"/>
                </a:cubicBezTo>
                <a:cubicBezTo>
                  <a:pt x="1" y="84"/>
                  <a:pt x="1" y="96"/>
                  <a:pt x="4" y="112"/>
                </a:cubicBezTo>
                <a:cubicBezTo>
                  <a:pt x="18" y="175"/>
                  <a:pt x="128" y="194"/>
                  <a:pt x="145" y="234"/>
                </a:cubicBezTo>
                <a:cubicBezTo>
                  <a:pt x="148" y="241"/>
                  <a:pt x="147" y="251"/>
                  <a:pt x="145" y="257"/>
                </a:cubicBezTo>
                <a:cubicBezTo>
                  <a:pt x="143" y="267"/>
                  <a:pt x="136" y="278"/>
                  <a:pt x="115" y="278"/>
                </a:cubicBezTo>
                <a:cubicBezTo>
                  <a:pt x="95" y="278"/>
                  <a:pt x="84" y="267"/>
                  <a:pt x="84" y="250"/>
                </a:cubicBezTo>
                <a:cubicBezTo>
                  <a:pt x="83" y="220"/>
                  <a:pt x="83" y="220"/>
                  <a:pt x="83" y="220"/>
                </a:cubicBezTo>
                <a:cubicBezTo>
                  <a:pt x="0" y="220"/>
                  <a:pt x="0" y="220"/>
                  <a:pt x="0" y="220"/>
                </a:cubicBezTo>
                <a:cubicBezTo>
                  <a:pt x="0" y="244"/>
                  <a:pt x="0" y="244"/>
                  <a:pt x="0" y="244"/>
                </a:cubicBezTo>
                <a:cubicBezTo>
                  <a:pt x="0" y="313"/>
                  <a:pt x="55" y="334"/>
                  <a:pt x="113" y="334"/>
                </a:cubicBezTo>
                <a:cubicBezTo>
                  <a:pt x="169" y="334"/>
                  <a:pt x="216" y="315"/>
                  <a:pt x="223" y="263"/>
                </a:cubicBezTo>
                <a:cubicBezTo>
                  <a:pt x="227" y="236"/>
                  <a:pt x="224" y="218"/>
                  <a:pt x="223" y="212"/>
                </a:cubicBezTo>
                <a:cubicBezTo>
                  <a:pt x="210" y="146"/>
                  <a:pt x="92" y="127"/>
                  <a:pt x="83" y="91"/>
                </a:cubicBezTo>
                <a:moveTo>
                  <a:pt x="1096" y="91"/>
                </a:moveTo>
                <a:cubicBezTo>
                  <a:pt x="1094" y="85"/>
                  <a:pt x="1095" y="79"/>
                  <a:pt x="1096" y="75"/>
                </a:cubicBezTo>
                <a:cubicBezTo>
                  <a:pt x="1098" y="65"/>
                  <a:pt x="1104" y="54"/>
                  <a:pt x="1124" y="54"/>
                </a:cubicBezTo>
                <a:cubicBezTo>
                  <a:pt x="1142" y="54"/>
                  <a:pt x="1152" y="66"/>
                  <a:pt x="1152" y="82"/>
                </a:cubicBezTo>
                <a:cubicBezTo>
                  <a:pt x="1152" y="102"/>
                  <a:pt x="1152" y="102"/>
                  <a:pt x="1152" y="102"/>
                </a:cubicBezTo>
                <a:cubicBezTo>
                  <a:pt x="1229" y="102"/>
                  <a:pt x="1229" y="102"/>
                  <a:pt x="1229" y="102"/>
                </a:cubicBezTo>
                <a:cubicBezTo>
                  <a:pt x="1229" y="80"/>
                  <a:pt x="1229" y="80"/>
                  <a:pt x="1229" y="80"/>
                </a:cubicBezTo>
                <a:cubicBezTo>
                  <a:pt x="1229" y="13"/>
                  <a:pt x="1169" y="2"/>
                  <a:pt x="1125" y="2"/>
                </a:cubicBezTo>
                <a:cubicBezTo>
                  <a:pt x="1070" y="2"/>
                  <a:pt x="1026" y="20"/>
                  <a:pt x="1017" y="71"/>
                </a:cubicBezTo>
                <a:cubicBezTo>
                  <a:pt x="1015" y="84"/>
                  <a:pt x="1015" y="97"/>
                  <a:pt x="1018" y="112"/>
                </a:cubicBezTo>
                <a:cubicBezTo>
                  <a:pt x="1032" y="175"/>
                  <a:pt x="1141" y="193"/>
                  <a:pt x="1157" y="233"/>
                </a:cubicBezTo>
                <a:cubicBezTo>
                  <a:pt x="1160" y="241"/>
                  <a:pt x="1159" y="250"/>
                  <a:pt x="1158" y="256"/>
                </a:cubicBezTo>
                <a:cubicBezTo>
                  <a:pt x="1155" y="267"/>
                  <a:pt x="1148" y="277"/>
                  <a:pt x="1128" y="277"/>
                </a:cubicBezTo>
                <a:cubicBezTo>
                  <a:pt x="1108" y="277"/>
                  <a:pt x="1097" y="266"/>
                  <a:pt x="1097" y="249"/>
                </a:cubicBezTo>
                <a:cubicBezTo>
                  <a:pt x="1097" y="219"/>
                  <a:pt x="1097" y="219"/>
                  <a:pt x="1097" y="219"/>
                </a:cubicBezTo>
                <a:cubicBezTo>
                  <a:pt x="1014" y="219"/>
                  <a:pt x="1014" y="219"/>
                  <a:pt x="1014" y="219"/>
                </a:cubicBezTo>
                <a:cubicBezTo>
                  <a:pt x="1014" y="243"/>
                  <a:pt x="1014" y="243"/>
                  <a:pt x="1014" y="243"/>
                </a:cubicBezTo>
                <a:cubicBezTo>
                  <a:pt x="1014" y="312"/>
                  <a:pt x="1068" y="332"/>
                  <a:pt x="1126" y="332"/>
                </a:cubicBezTo>
                <a:cubicBezTo>
                  <a:pt x="1182" y="332"/>
                  <a:pt x="1228" y="313"/>
                  <a:pt x="1235" y="262"/>
                </a:cubicBezTo>
                <a:cubicBezTo>
                  <a:pt x="1238" y="235"/>
                  <a:pt x="1236" y="218"/>
                  <a:pt x="1234" y="211"/>
                </a:cubicBezTo>
                <a:cubicBezTo>
                  <a:pt x="1221" y="147"/>
                  <a:pt x="1105" y="127"/>
                  <a:pt x="1096" y="91"/>
                </a:cubicBezTo>
                <a:moveTo>
                  <a:pt x="1803" y="261"/>
                </a:moveTo>
                <a:cubicBezTo>
                  <a:pt x="1730" y="10"/>
                  <a:pt x="1730" y="10"/>
                  <a:pt x="1730" y="10"/>
                </a:cubicBezTo>
                <a:cubicBezTo>
                  <a:pt x="1614" y="10"/>
                  <a:pt x="1614" y="10"/>
                  <a:pt x="1614" y="10"/>
                </a:cubicBezTo>
                <a:cubicBezTo>
                  <a:pt x="1614" y="319"/>
                  <a:pt x="1614" y="319"/>
                  <a:pt x="1614" y="319"/>
                </a:cubicBezTo>
                <a:cubicBezTo>
                  <a:pt x="1691" y="319"/>
                  <a:pt x="1691" y="319"/>
                  <a:pt x="1691" y="319"/>
                </a:cubicBezTo>
                <a:cubicBezTo>
                  <a:pt x="1686" y="60"/>
                  <a:pt x="1686" y="60"/>
                  <a:pt x="1686" y="60"/>
                </a:cubicBezTo>
                <a:cubicBezTo>
                  <a:pt x="1765" y="319"/>
                  <a:pt x="1765" y="319"/>
                  <a:pt x="1765" y="319"/>
                </a:cubicBezTo>
                <a:cubicBezTo>
                  <a:pt x="1876" y="319"/>
                  <a:pt x="1876" y="319"/>
                  <a:pt x="1876" y="319"/>
                </a:cubicBezTo>
                <a:cubicBezTo>
                  <a:pt x="1876" y="10"/>
                  <a:pt x="1876" y="10"/>
                  <a:pt x="1876" y="10"/>
                </a:cubicBezTo>
                <a:cubicBezTo>
                  <a:pt x="1799" y="10"/>
                  <a:pt x="1799" y="10"/>
                  <a:pt x="1799" y="10"/>
                </a:cubicBezTo>
                <a:lnTo>
                  <a:pt x="1803" y="261"/>
                </a:lnTo>
                <a:close/>
                <a:moveTo>
                  <a:pt x="333" y="10"/>
                </a:moveTo>
                <a:cubicBezTo>
                  <a:pt x="276" y="322"/>
                  <a:pt x="276" y="322"/>
                  <a:pt x="276" y="322"/>
                </a:cubicBezTo>
                <a:cubicBezTo>
                  <a:pt x="360" y="322"/>
                  <a:pt x="360" y="322"/>
                  <a:pt x="360" y="322"/>
                </a:cubicBezTo>
                <a:cubicBezTo>
                  <a:pt x="403" y="33"/>
                  <a:pt x="403" y="33"/>
                  <a:pt x="403" y="33"/>
                </a:cubicBezTo>
                <a:cubicBezTo>
                  <a:pt x="446" y="322"/>
                  <a:pt x="446" y="322"/>
                  <a:pt x="446" y="322"/>
                </a:cubicBezTo>
                <a:cubicBezTo>
                  <a:pt x="529" y="322"/>
                  <a:pt x="529" y="322"/>
                  <a:pt x="529" y="322"/>
                </a:cubicBezTo>
                <a:cubicBezTo>
                  <a:pt x="472" y="10"/>
                  <a:pt x="472" y="10"/>
                  <a:pt x="472" y="10"/>
                </a:cubicBezTo>
                <a:lnTo>
                  <a:pt x="333" y="10"/>
                </a:lnTo>
                <a:close/>
                <a:moveTo>
                  <a:pt x="804" y="10"/>
                </a:moveTo>
                <a:cubicBezTo>
                  <a:pt x="765" y="254"/>
                  <a:pt x="765" y="254"/>
                  <a:pt x="765" y="254"/>
                </a:cubicBezTo>
                <a:cubicBezTo>
                  <a:pt x="725" y="10"/>
                  <a:pt x="725" y="10"/>
                  <a:pt x="725" y="10"/>
                </a:cubicBezTo>
                <a:cubicBezTo>
                  <a:pt x="598" y="10"/>
                  <a:pt x="598" y="10"/>
                  <a:pt x="598" y="10"/>
                </a:cubicBezTo>
                <a:cubicBezTo>
                  <a:pt x="592" y="322"/>
                  <a:pt x="592" y="322"/>
                  <a:pt x="592" y="322"/>
                </a:cubicBezTo>
                <a:cubicBezTo>
                  <a:pt x="669" y="322"/>
                  <a:pt x="669" y="322"/>
                  <a:pt x="669" y="322"/>
                </a:cubicBezTo>
                <a:cubicBezTo>
                  <a:pt x="671" y="33"/>
                  <a:pt x="671" y="33"/>
                  <a:pt x="671" y="33"/>
                </a:cubicBezTo>
                <a:cubicBezTo>
                  <a:pt x="725" y="322"/>
                  <a:pt x="725" y="322"/>
                  <a:pt x="725" y="322"/>
                </a:cubicBezTo>
                <a:cubicBezTo>
                  <a:pt x="804" y="322"/>
                  <a:pt x="804" y="322"/>
                  <a:pt x="804" y="322"/>
                </a:cubicBezTo>
                <a:cubicBezTo>
                  <a:pt x="858" y="33"/>
                  <a:pt x="858" y="33"/>
                  <a:pt x="858" y="33"/>
                </a:cubicBezTo>
                <a:cubicBezTo>
                  <a:pt x="860" y="322"/>
                  <a:pt x="860" y="322"/>
                  <a:pt x="860" y="322"/>
                </a:cubicBezTo>
                <a:cubicBezTo>
                  <a:pt x="938" y="322"/>
                  <a:pt x="938" y="322"/>
                  <a:pt x="938" y="322"/>
                </a:cubicBezTo>
                <a:cubicBezTo>
                  <a:pt x="931" y="10"/>
                  <a:pt x="931" y="10"/>
                  <a:pt x="931" y="10"/>
                </a:cubicBezTo>
                <a:lnTo>
                  <a:pt x="804" y="10"/>
                </a:lnTo>
                <a:close/>
                <a:moveTo>
                  <a:pt x="1528" y="10"/>
                </a:moveTo>
                <a:cubicBezTo>
                  <a:pt x="1449" y="10"/>
                  <a:pt x="1449" y="10"/>
                  <a:pt x="1449" y="10"/>
                </a:cubicBezTo>
                <a:cubicBezTo>
                  <a:pt x="1449" y="241"/>
                  <a:pt x="1449" y="241"/>
                  <a:pt x="1449" y="241"/>
                </a:cubicBezTo>
                <a:cubicBezTo>
                  <a:pt x="1449" y="245"/>
                  <a:pt x="1449" y="249"/>
                  <a:pt x="1448" y="253"/>
                </a:cubicBezTo>
                <a:cubicBezTo>
                  <a:pt x="1447" y="260"/>
                  <a:pt x="1440" y="275"/>
                  <a:pt x="1418" y="275"/>
                </a:cubicBezTo>
                <a:cubicBezTo>
                  <a:pt x="1397" y="275"/>
                  <a:pt x="1390" y="260"/>
                  <a:pt x="1389" y="253"/>
                </a:cubicBezTo>
                <a:cubicBezTo>
                  <a:pt x="1388" y="249"/>
                  <a:pt x="1388" y="245"/>
                  <a:pt x="1388" y="241"/>
                </a:cubicBezTo>
                <a:cubicBezTo>
                  <a:pt x="1388" y="10"/>
                  <a:pt x="1388" y="10"/>
                  <a:pt x="1388" y="10"/>
                </a:cubicBezTo>
                <a:cubicBezTo>
                  <a:pt x="1309" y="10"/>
                  <a:pt x="1309" y="10"/>
                  <a:pt x="1309" y="10"/>
                </a:cubicBezTo>
                <a:cubicBezTo>
                  <a:pt x="1309" y="234"/>
                  <a:pt x="1309" y="234"/>
                  <a:pt x="1309" y="234"/>
                </a:cubicBezTo>
                <a:cubicBezTo>
                  <a:pt x="1309" y="239"/>
                  <a:pt x="1309" y="251"/>
                  <a:pt x="1310" y="254"/>
                </a:cubicBezTo>
                <a:cubicBezTo>
                  <a:pt x="1315" y="312"/>
                  <a:pt x="1361" y="331"/>
                  <a:pt x="1418" y="331"/>
                </a:cubicBezTo>
                <a:cubicBezTo>
                  <a:pt x="1476" y="331"/>
                  <a:pt x="1522" y="312"/>
                  <a:pt x="1527" y="254"/>
                </a:cubicBezTo>
                <a:cubicBezTo>
                  <a:pt x="1528" y="251"/>
                  <a:pt x="1528" y="239"/>
                  <a:pt x="1528" y="234"/>
                </a:cubicBezTo>
                <a:lnTo>
                  <a:pt x="1528" y="10"/>
                </a:lnTo>
                <a:close/>
                <a:moveTo>
                  <a:pt x="2069" y="147"/>
                </a:moveTo>
                <a:cubicBezTo>
                  <a:pt x="2069" y="192"/>
                  <a:pt x="2069" y="192"/>
                  <a:pt x="2069" y="192"/>
                </a:cubicBezTo>
                <a:cubicBezTo>
                  <a:pt x="2101" y="192"/>
                  <a:pt x="2101" y="192"/>
                  <a:pt x="2101" y="192"/>
                </a:cubicBezTo>
                <a:cubicBezTo>
                  <a:pt x="2101" y="237"/>
                  <a:pt x="2101" y="237"/>
                  <a:pt x="2101" y="237"/>
                </a:cubicBezTo>
                <a:cubicBezTo>
                  <a:pt x="2101" y="241"/>
                  <a:pt x="2101" y="246"/>
                  <a:pt x="2100" y="249"/>
                </a:cubicBezTo>
                <a:cubicBezTo>
                  <a:pt x="2099" y="258"/>
                  <a:pt x="2091" y="272"/>
                  <a:pt x="2068" y="272"/>
                </a:cubicBezTo>
                <a:cubicBezTo>
                  <a:pt x="2045" y="272"/>
                  <a:pt x="2038" y="258"/>
                  <a:pt x="2036" y="249"/>
                </a:cubicBezTo>
                <a:cubicBezTo>
                  <a:pt x="2036" y="246"/>
                  <a:pt x="2035" y="241"/>
                  <a:pt x="2035" y="237"/>
                </a:cubicBezTo>
                <a:cubicBezTo>
                  <a:pt x="2035" y="95"/>
                  <a:pt x="2035" y="95"/>
                  <a:pt x="2035" y="95"/>
                </a:cubicBezTo>
                <a:cubicBezTo>
                  <a:pt x="2035" y="90"/>
                  <a:pt x="2036" y="85"/>
                  <a:pt x="2037" y="80"/>
                </a:cubicBezTo>
                <a:cubicBezTo>
                  <a:pt x="2038" y="73"/>
                  <a:pt x="2045" y="58"/>
                  <a:pt x="2068" y="58"/>
                </a:cubicBezTo>
                <a:cubicBezTo>
                  <a:pt x="2092" y="58"/>
                  <a:pt x="2098" y="74"/>
                  <a:pt x="2099" y="80"/>
                </a:cubicBezTo>
                <a:cubicBezTo>
                  <a:pt x="2100" y="85"/>
                  <a:pt x="2100" y="92"/>
                  <a:pt x="2100" y="92"/>
                </a:cubicBezTo>
                <a:cubicBezTo>
                  <a:pt x="2100" y="110"/>
                  <a:pt x="2100" y="110"/>
                  <a:pt x="2100" y="110"/>
                </a:cubicBezTo>
                <a:cubicBezTo>
                  <a:pt x="2178" y="110"/>
                  <a:pt x="2178" y="110"/>
                  <a:pt x="2178" y="110"/>
                </a:cubicBezTo>
                <a:cubicBezTo>
                  <a:pt x="2178" y="99"/>
                  <a:pt x="2178" y="99"/>
                  <a:pt x="2178" y="99"/>
                </a:cubicBezTo>
                <a:cubicBezTo>
                  <a:pt x="2178" y="99"/>
                  <a:pt x="2179" y="89"/>
                  <a:pt x="2178" y="79"/>
                </a:cubicBezTo>
                <a:cubicBezTo>
                  <a:pt x="2172" y="20"/>
                  <a:pt x="2124" y="2"/>
                  <a:pt x="2068" y="2"/>
                </a:cubicBezTo>
                <a:cubicBezTo>
                  <a:pt x="2013" y="2"/>
                  <a:pt x="1966" y="21"/>
                  <a:pt x="1959" y="79"/>
                </a:cubicBezTo>
                <a:cubicBezTo>
                  <a:pt x="1958" y="84"/>
                  <a:pt x="1958" y="94"/>
                  <a:pt x="1958" y="99"/>
                </a:cubicBezTo>
                <a:cubicBezTo>
                  <a:pt x="1958" y="230"/>
                  <a:pt x="1958" y="230"/>
                  <a:pt x="1958" y="230"/>
                </a:cubicBezTo>
                <a:cubicBezTo>
                  <a:pt x="1958" y="236"/>
                  <a:pt x="1958" y="241"/>
                  <a:pt x="1959" y="251"/>
                </a:cubicBezTo>
                <a:cubicBezTo>
                  <a:pt x="1964" y="308"/>
                  <a:pt x="2013" y="328"/>
                  <a:pt x="2068" y="328"/>
                </a:cubicBezTo>
                <a:cubicBezTo>
                  <a:pt x="2124" y="328"/>
                  <a:pt x="2173" y="308"/>
                  <a:pt x="2178" y="251"/>
                </a:cubicBezTo>
                <a:cubicBezTo>
                  <a:pt x="2179" y="241"/>
                  <a:pt x="2179" y="236"/>
                  <a:pt x="2179" y="230"/>
                </a:cubicBezTo>
                <a:cubicBezTo>
                  <a:pt x="2179" y="147"/>
                  <a:pt x="2179" y="147"/>
                  <a:pt x="2179" y="147"/>
                </a:cubicBezTo>
                <a:lnTo>
                  <a:pt x="2069" y="147"/>
                </a:lnTo>
                <a:close/>
              </a:path>
            </a:pathLst>
          </a:custGeom>
          <a:solidFill>
            <a:srgbClr val="0924A5"/>
          </a:solidFill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9"/>
              <a:buFont typeface="Arial"/>
              <a:buNone/>
            </a:pPr>
            <a:endParaRPr sz="1959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Google Shape;13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65631" y="6141164"/>
            <a:ext cx="1371564" cy="45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6"/>
          <p:cNvSpPr/>
          <p:nvPr/>
        </p:nvSpPr>
        <p:spPr>
          <a:xfrm>
            <a:off x="990000" y="4320000"/>
            <a:ext cx="583252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428A0"/>
                </a:solidFill>
                <a:latin typeface="Arial"/>
                <a:ea typeface="Arial"/>
                <a:cs typeface="Arial"/>
                <a:sym typeface="Arial"/>
              </a:rPr>
              <a:t>Coding and Programming Course</a:t>
            </a:r>
            <a:endParaRPr sz="2400" b="0" i="0" u="none" strike="noStrike" cap="none">
              <a:solidFill>
                <a:srgbClr val="1428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6"/>
          <p:cNvSpPr/>
          <p:nvPr/>
        </p:nvSpPr>
        <p:spPr>
          <a:xfrm>
            <a:off x="724689" y="4320000"/>
            <a:ext cx="54000" cy="3600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6"/>
          <p:cNvSpPr txBox="1">
            <a:spLocks noGrp="1"/>
          </p:cNvSpPr>
          <p:nvPr>
            <p:ph type="body" idx="1"/>
          </p:nvPr>
        </p:nvSpPr>
        <p:spPr>
          <a:xfrm>
            <a:off x="720000" y="3551768"/>
            <a:ext cx="683780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09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99"/>
              <a:buFont typeface="Arial"/>
              <a:buChar char="•"/>
              <a:defRPr sz="23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5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99"/>
              <a:buFont typeface="Arial"/>
              <a:buChar char="•"/>
              <a:defRPr sz="19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p6"/>
          <p:cNvSpPr txBox="1">
            <a:spLocks noGrp="1"/>
          </p:cNvSpPr>
          <p:nvPr>
            <p:ph type="title"/>
          </p:nvPr>
        </p:nvSpPr>
        <p:spPr>
          <a:xfrm>
            <a:off x="720000" y="1710000"/>
            <a:ext cx="5221019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able of Contents2">
  <p:cSld name="3_Table of Contents2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588" y="0"/>
            <a:ext cx="9902825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" name="Google Shape;20;p7"/>
          <p:cNvCxnSpPr/>
          <p:nvPr/>
        </p:nvCxnSpPr>
        <p:spPr>
          <a:xfrm>
            <a:off x="449468" y="6424935"/>
            <a:ext cx="9000714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1" name="Google Shape;21;p7"/>
          <p:cNvSpPr txBox="1"/>
          <p:nvPr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Arial"/>
              <a:buNone/>
            </a:pPr>
            <a:fld id="{00000000-1234-1234-1234-123412341234}" type="slidenum">
              <a:rPr lang="en-US"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7"/>
          <p:cNvSpPr/>
          <p:nvPr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14">
          <p15:clr>
            <a:srgbClr val="FBAE40"/>
          </p15:clr>
        </p15:guide>
        <p15:guide id="2" pos="443">
          <p15:clr>
            <a:srgbClr val="FBAE40"/>
          </p15:clr>
        </p15:guide>
        <p15:guide id="3" pos="5955">
          <p15:clr>
            <a:srgbClr val="FBAE40"/>
          </p15:clr>
        </p15:guide>
        <p15:guide id="4" pos="609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st" type="blank">
  <p:cSld name="BLANK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" y="4395"/>
            <a:ext cx="9899651" cy="6853605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9"/>
          <p:cNvSpPr/>
          <p:nvPr/>
        </p:nvSpPr>
        <p:spPr>
          <a:xfrm>
            <a:off x="2" y="0"/>
            <a:ext cx="9899651" cy="6858000"/>
          </a:xfrm>
          <a:prstGeom prst="rect">
            <a:avLst/>
          </a:prstGeom>
          <a:solidFill>
            <a:srgbClr val="1428A0">
              <a:alpha val="8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59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9"/>
          <p:cNvSpPr/>
          <p:nvPr/>
        </p:nvSpPr>
        <p:spPr>
          <a:xfrm>
            <a:off x="449468" y="5677032"/>
            <a:ext cx="9000714" cy="730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ⓒ2023 SAMSUNG. All rights reserved.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Samsung Electronics Corporate Citizenship Office holds the copyright of book.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This book is a literary property protected by copyright law so reprint and reproduction without permission are prohibited.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 use this book other than the curriculum of Samsung Innovation Campus or to use the entire or part of this book, you must receive written consent from copyright holder.</a:t>
            </a:r>
            <a:endParaRPr/>
          </a:p>
        </p:txBody>
      </p:sp>
      <p:pic>
        <p:nvPicPr>
          <p:cNvPr id="39" name="Google Shape;39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11822" y="3022951"/>
            <a:ext cx="2476006" cy="812098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9"/>
          <p:cNvSpPr/>
          <p:nvPr/>
        </p:nvSpPr>
        <p:spPr>
          <a:xfrm>
            <a:off x="449468" y="450000"/>
            <a:ext cx="1290568" cy="198000"/>
          </a:xfrm>
          <a:custGeom>
            <a:avLst/>
            <a:gdLst/>
            <a:ahLst/>
            <a:cxnLst/>
            <a:rect l="l" t="t" r="r" b="b"/>
            <a:pathLst>
              <a:path w="2179" h="334" extrusionOk="0">
                <a:moveTo>
                  <a:pt x="83" y="91"/>
                </a:moveTo>
                <a:cubicBezTo>
                  <a:pt x="81" y="84"/>
                  <a:pt x="82" y="78"/>
                  <a:pt x="82" y="74"/>
                </a:cubicBezTo>
                <a:cubicBezTo>
                  <a:pt x="84" y="64"/>
                  <a:pt x="91" y="53"/>
                  <a:pt x="111" y="53"/>
                </a:cubicBezTo>
                <a:cubicBezTo>
                  <a:pt x="129" y="53"/>
                  <a:pt x="140" y="65"/>
                  <a:pt x="140" y="82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218" y="101"/>
                  <a:pt x="218" y="101"/>
                  <a:pt x="218" y="101"/>
                </a:cubicBezTo>
                <a:cubicBezTo>
                  <a:pt x="218" y="79"/>
                  <a:pt x="218" y="79"/>
                  <a:pt x="218" y="79"/>
                </a:cubicBezTo>
                <a:cubicBezTo>
                  <a:pt x="218" y="11"/>
                  <a:pt x="156" y="0"/>
                  <a:pt x="112" y="0"/>
                </a:cubicBezTo>
                <a:cubicBezTo>
                  <a:pt x="57" y="0"/>
                  <a:pt x="12" y="19"/>
                  <a:pt x="4" y="70"/>
                </a:cubicBezTo>
                <a:cubicBezTo>
                  <a:pt x="1" y="84"/>
                  <a:pt x="1" y="96"/>
                  <a:pt x="4" y="112"/>
                </a:cubicBezTo>
                <a:cubicBezTo>
                  <a:pt x="18" y="175"/>
                  <a:pt x="128" y="194"/>
                  <a:pt x="145" y="234"/>
                </a:cubicBezTo>
                <a:cubicBezTo>
                  <a:pt x="148" y="241"/>
                  <a:pt x="147" y="251"/>
                  <a:pt x="145" y="257"/>
                </a:cubicBezTo>
                <a:cubicBezTo>
                  <a:pt x="143" y="267"/>
                  <a:pt x="136" y="278"/>
                  <a:pt x="115" y="278"/>
                </a:cubicBezTo>
                <a:cubicBezTo>
                  <a:pt x="95" y="278"/>
                  <a:pt x="84" y="267"/>
                  <a:pt x="84" y="250"/>
                </a:cubicBezTo>
                <a:cubicBezTo>
                  <a:pt x="83" y="220"/>
                  <a:pt x="83" y="220"/>
                  <a:pt x="83" y="220"/>
                </a:cubicBezTo>
                <a:cubicBezTo>
                  <a:pt x="0" y="220"/>
                  <a:pt x="0" y="220"/>
                  <a:pt x="0" y="220"/>
                </a:cubicBezTo>
                <a:cubicBezTo>
                  <a:pt x="0" y="244"/>
                  <a:pt x="0" y="244"/>
                  <a:pt x="0" y="244"/>
                </a:cubicBezTo>
                <a:cubicBezTo>
                  <a:pt x="0" y="313"/>
                  <a:pt x="55" y="334"/>
                  <a:pt x="113" y="334"/>
                </a:cubicBezTo>
                <a:cubicBezTo>
                  <a:pt x="169" y="334"/>
                  <a:pt x="216" y="315"/>
                  <a:pt x="223" y="263"/>
                </a:cubicBezTo>
                <a:cubicBezTo>
                  <a:pt x="227" y="236"/>
                  <a:pt x="224" y="218"/>
                  <a:pt x="223" y="212"/>
                </a:cubicBezTo>
                <a:cubicBezTo>
                  <a:pt x="210" y="146"/>
                  <a:pt x="92" y="127"/>
                  <a:pt x="83" y="91"/>
                </a:cubicBezTo>
                <a:moveTo>
                  <a:pt x="1096" y="91"/>
                </a:moveTo>
                <a:cubicBezTo>
                  <a:pt x="1094" y="85"/>
                  <a:pt x="1095" y="79"/>
                  <a:pt x="1096" y="75"/>
                </a:cubicBezTo>
                <a:cubicBezTo>
                  <a:pt x="1098" y="65"/>
                  <a:pt x="1104" y="54"/>
                  <a:pt x="1124" y="54"/>
                </a:cubicBezTo>
                <a:cubicBezTo>
                  <a:pt x="1142" y="54"/>
                  <a:pt x="1152" y="66"/>
                  <a:pt x="1152" y="82"/>
                </a:cubicBezTo>
                <a:cubicBezTo>
                  <a:pt x="1152" y="102"/>
                  <a:pt x="1152" y="102"/>
                  <a:pt x="1152" y="102"/>
                </a:cubicBezTo>
                <a:cubicBezTo>
                  <a:pt x="1229" y="102"/>
                  <a:pt x="1229" y="102"/>
                  <a:pt x="1229" y="102"/>
                </a:cubicBezTo>
                <a:cubicBezTo>
                  <a:pt x="1229" y="80"/>
                  <a:pt x="1229" y="80"/>
                  <a:pt x="1229" y="80"/>
                </a:cubicBezTo>
                <a:cubicBezTo>
                  <a:pt x="1229" y="13"/>
                  <a:pt x="1169" y="2"/>
                  <a:pt x="1125" y="2"/>
                </a:cubicBezTo>
                <a:cubicBezTo>
                  <a:pt x="1070" y="2"/>
                  <a:pt x="1026" y="20"/>
                  <a:pt x="1017" y="71"/>
                </a:cubicBezTo>
                <a:cubicBezTo>
                  <a:pt x="1015" y="84"/>
                  <a:pt x="1015" y="97"/>
                  <a:pt x="1018" y="112"/>
                </a:cubicBezTo>
                <a:cubicBezTo>
                  <a:pt x="1032" y="175"/>
                  <a:pt x="1141" y="193"/>
                  <a:pt x="1157" y="233"/>
                </a:cubicBezTo>
                <a:cubicBezTo>
                  <a:pt x="1160" y="241"/>
                  <a:pt x="1159" y="250"/>
                  <a:pt x="1158" y="256"/>
                </a:cubicBezTo>
                <a:cubicBezTo>
                  <a:pt x="1155" y="267"/>
                  <a:pt x="1148" y="277"/>
                  <a:pt x="1128" y="277"/>
                </a:cubicBezTo>
                <a:cubicBezTo>
                  <a:pt x="1108" y="277"/>
                  <a:pt x="1097" y="266"/>
                  <a:pt x="1097" y="249"/>
                </a:cubicBezTo>
                <a:cubicBezTo>
                  <a:pt x="1097" y="219"/>
                  <a:pt x="1097" y="219"/>
                  <a:pt x="1097" y="219"/>
                </a:cubicBezTo>
                <a:cubicBezTo>
                  <a:pt x="1014" y="219"/>
                  <a:pt x="1014" y="219"/>
                  <a:pt x="1014" y="219"/>
                </a:cubicBezTo>
                <a:cubicBezTo>
                  <a:pt x="1014" y="243"/>
                  <a:pt x="1014" y="243"/>
                  <a:pt x="1014" y="243"/>
                </a:cubicBezTo>
                <a:cubicBezTo>
                  <a:pt x="1014" y="312"/>
                  <a:pt x="1068" y="332"/>
                  <a:pt x="1126" y="332"/>
                </a:cubicBezTo>
                <a:cubicBezTo>
                  <a:pt x="1182" y="332"/>
                  <a:pt x="1228" y="313"/>
                  <a:pt x="1235" y="262"/>
                </a:cubicBezTo>
                <a:cubicBezTo>
                  <a:pt x="1238" y="235"/>
                  <a:pt x="1236" y="218"/>
                  <a:pt x="1234" y="211"/>
                </a:cubicBezTo>
                <a:cubicBezTo>
                  <a:pt x="1221" y="147"/>
                  <a:pt x="1105" y="127"/>
                  <a:pt x="1096" y="91"/>
                </a:cubicBezTo>
                <a:moveTo>
                  <a:pt x="1803" y="261"/>
                </a:moveTo>
                <a:cubicBezTo>
                  <a:pt x="1730" y="10"/>
                  <a:pt x="1730" y="10"/>
                  <a:pt x="1730" y="10"/>
                </a:cubicBezTo>
                <a:cubicBezTo>
                  <a:pt x="1614" y="10"/>
                  <a:pt x="1614" y="10"/>
                  <a:pt x="1614" y="10"/>
                </a:cubicBezTo>
                <a:cubicBezTo>
                  <a:pt x="1614" y="319"/>
                  <a:pt x="1614" y="319"/>
                  <a:pt x="1614" y="319"/>
                </a:cubicBezTo>
                <a:cubicBezTo>
                  <a:pt x="1691" y="319"/>
                  <a:pt x="1691" y="319"/>
                  <a:pt x="1691" y="319"/>
                </a:cubicBezTo>
                <a:cubicBezTo>
                  <a:pt x="1686" y="60"/>
                  <a:pt x="1686" y="60"/>
                  <a:pt x="1686" y="60"/>
                </a:cubicBezTo>
                <a:cubicBezTo>
                  <a:pt x="1765" y="319"/>
                  <a:pt x="1765" y="319"/>
                  <a:pt x="1765" y="319"/>
                </a:cubicBezTo>
                <a:cubicBezTo>
                  <a:pt x="1876" y="319"/>
                  <a:pt x="1876" y="319"/>
                  <a:pt x="1876" y="319"/>
                </a:cubicBezTo>
                <a:cubicBezTo>
                  <a:pt x="1876" y="10"/>
                  <a:pt x="1876" y="10"/>
                  <a:pt x="1876" y="10"/>
                </a:cubicBezTo>
                <a:cubicBezTo>
                  <a:pt x="1799" y="10"/>
                  <a:pt x="1799" y="10"/>
                  <a:pt x="1799" y="10"/>
                </a:cubicBezTo>
                <a:lnTo>
                  <a:pt x="1803" y="261"/>
                </a:lnTo>
                <a:close/>
                <a:moveTo>
                  <a:pt x="333" y="10"/>
                </a:moveTo>
                <a:cubicBezTo>
                  <a:pt x="276" y="322"/>
                  <a:pt x="276" y="322"/>
                  <a:pt x="276" y="322"/>
                </a:cubicBezTo>
                <a:cubicBezTo>
                  <a:pt x="360" y="322"/>
                  <a:pt x="360" y="322"/>
                  <a:pt x="360" y="322"/>
                </a:cubicBezTo>
                <a:cubicBezTo>
                  <a:pt x="403" y="33"/>
                  <a:pt x="403" y="33"/>
                  <a:pt x="403" y="33"/>
                </a:cubicBezTo>
                <a:cubicBezTo>
                  <a:pt x="446" y="322"/>
                  <a:pt x="446" y="322"/>
                  <a:pt x="446" y="322"/>
                </a:cubicBezTo>
                <a:cubicBezTo>
                  <a:pt x="529" y="322"/>
                  <a:pt x="529" y="322"/>
                  <a:pt x="529" y="322"/>
                </a:cubicBezTo>
                <a:cubicBezTo>
                  <a:pt x="472" y="10"/>
                  <a:pt x="472" y="10"/>
                  <a:pt x="472" y="10"/>
                </a:cubicBezTo>
                <a:lnTo>
                  <a:pt x="333" y="10"/>
                </a:lnTo>
                <a:close/>
                <a:moveTo>
                  <a:pt x="804" y="10"/>
                </a:moveTo>
                <a:cubicBezTo>
                  <a:pt x="765" y="254"/>
                  <a:pt x="765" y="254"/>
                  <a:pt x="765" y="254"/>
                </a:cubicBezTo>
                <a:cubicBezTo>
                  <a:pt x="725" y="10"/>
                  <a:pt x="725" y="10"/>
                  <a:pt x="725" y="10"/>
                </a:cubicBezTo>
                <a:cubicBezTo>
                  <a:pt x="598" y="10"/>
                  <a:pt x="598" y="10"/>
                  <a:pt x="598" y="10"/>
                </a:cubicBezTo>
                <a:cubicBezTo>
                  <a:pt x="592" y="322"/>
                  <a:pt x="592" y="322"/>
                  <a:pt x="592" y="322"/>
                </a:cubicBezTo>
                <a:cubicBezTo>
                  <a:pt x="669" y="322"/>
                  <a:pt x="669" y="322"/>
                  <a:pt x="669" y="322"/>
                </a:cubicBezTo>
                <a:cubicBezTo>
                  <a:pt x="671" y="33"/>
                  <a:pt x="671" y="33"/>
                  <a:pt x="671" y="33"/>
                </a:cubicBezTo>
                <a:cubicBezTo>
                  <a:pt x="725" y="322"/>
                  <a:pt x="725" y="322"/>
                  <a:pt x="725" y="322"/>
                </a:cubicBezTo>
                <a:cubicBezTo>
                  <a:pt x="804" y="322"/>
                  <a:pt x="804" y="322"/>
                  <a:pt x="804" y="322"/>
                </a:cubicBezTo>
                <a:cubicBezTo>
                  <a:pt x="858" y="33"/>
                  <a:pt x="858" y="33"/>
                  <a:pt x="858" y="33"/>
                </a:cubicBezTo>
                <a:cubicBezTo>
                  <a:pt x="860" y="322"/>
                  <a:pt x="860" y="322"/>
                  <a:pt x="860" y="322"/>
                </a:cubicBezTo>
                <a:cubicBezTo>
                  <a:pt x="938" y="322"/>
                  <a:pt x="938" y="322"/>
                  <a:pt x="938" y="322"/>
                </a:cubicBezTo>
                <a:cubicBezTo>
                  <a:pt x="931" y="10"/>
                  <a:pt x="931" y="10"/>
                  <a:pt x="931" y="10"/>
                </a:cubicBezTo>
                <a:lnTo>
                  <a:pt x="804" y="10"/>
                </a:lnTo>
                <a:close/>
                <a:moveTo>
                  <a:pt x="1528" y="10"/>
                </a:moveTo>
                <a:cubicBezTo>
                  <a:pt x="1449" y="10"/>
                  <a:pt x="1449" y="10"/>
                  <a:pt x="1449" y="10"/>
                </a:cubicBezTo>
                <a:cubicBezTo>
                  <a:pt x="1449" y="241"/>
                  <a:pt x="1449" y="241"/>
                  <a:pt x="1449" y="241"/>
                </a:cubicBezTo>
                <a:cubicBezTo>
                  <a:pt x="1449" y="245"/>
                  <a:pt x="1449" y="249"/>
                  <a:pt x="1448" y="253"/>
                </a:cubicBezTo>
                <a:cubicBezTo>
                  <a:pt x="1447" y="260"/>
                  <a:pt x="1440" y="275"/>
                  <a:pt x="1418" y="275"/>
                </a:cubicBezTo>
                <a:cubicBezTo>
                  <a:pt x="1397" y="275"/>
                  <a:pt x="1390" y="260"/>
                  <a:pt x="1389" y="253"/>
                </a:cubicBezTo>
                <a:cubicBezTo>
                  <a:pt x="1388" y="249"/>
                  <a:pt x="1388" y="245"/>
                  <a:pt x="1388" y="241"/>
                </a:cubicBezTo>
                <a:cubicBezTo>
                  <a:pt x="1388" y="10"/>
                  <a:pt x="1388" y="10"/>
                  <a:pt x="1388" y="10"/>
                </a:cubicBezTo>
                <a:cubicBezTo>
                  <a:pt x="1309" y="10"/>
                  <a:pt x="1309" y="10"/>
                  <a:pt x="1309" y="10"/>
                </a:cubicBezTo>
                <a:cubicBezTo>
                  <a:pt x="1309" y="234"/>
                  <a:pt x="1309" y="234"/>
                  <a:pt x="1309" y="234"/>
                </a:cubicBezTo>
                <a:cubicBezTo>
                  <a:pt x="1309" y="239"/>
                  <a:pt x="1309" y="251"/>
                  <a:pt x="1310" y="254"/>
                </a:cubicBezTo>
                <a:cubicBezTo>
                  <a:pt x="1315" y="312"/>
                  <a:pt x="1361" y="331"/>
                  <a:pt x="1418" y="331"/>
                </a:cubicBezTo>
                <a:cubicBezTo>
                  <a:pt x="1476" y="331"/>
                  <a:pt x="1522" y="312"/>
                  <a:pt x="1527" y="254"/>
                </a:cubicBezTo>
                <a:cubicBezTo>
                  <a:pt x="1528" y="251"/>
                  <a:pt x="1528" y="239"/>
                  <a:pt x="1528" y="234"/>
                </a:cubicBezTo>
                <a:lnTo>
                  <a:pt x="1528" y="10"/>
                </a:lnTo>
                <a:close/>
                <a:moveTo>
                  <a:pt x="2069" y="147"/>
                </a:moveTo>
                <a:cubicBezTo>
                  <a:pt x="2069" y="192"/>
                  <a:pt x="2069" y="192"/>
                  <a:pt x="2069" y="192"/>
                </a:cubicBezTo>
                <a:cubicBezTo>
                  <a:pt x="2101" y="192"/>
                  <a:pt x="2101" y="192"/>
                  <a:pt x="2101" y="192"/>
                </a:cubicBezTo>
                <a:cubicBezTo>
                  <a:pt x="2101" y="237"/>
                  <a:pt x="2101" y="237"/>
                  <a:pt x="2101" y="237"/>
                </a:cubicBezTo>
                <a:cubicBezTo>
                  <a:pt x="2101" y="241"/>
                  <a:pt x="2101" y="246"/>
                  <a:pt x="2100" y="249"/>
                </a:cubicBezTo>
                <a:cubicBezTo>
                  <a:pt x="2099" y="258"/>
                  <a:pt x="2091" y="272"/>
                  <a:pt x="2068" y="272"/>
                </a:cubicBezTo>
                <a:cubicBezTo>
                  <a:pt x="2045" y="272"/>
                  <a:pt x="2038" y="258"/>
                  <a:pt x="2036" y="249"/>
                </a:cubicBezTo>
                <a:cubicBezTo>
                  <a:pt x="2036" y="246"/>
                  <a:pt x="2035" y="241"/>
                  <a:pt x="2035" y="237"/>
                </a:cubicBezTo>
                <a:cubicBezTo>
                  <a:pt x="2035" y="95"/>
                  <a:pt x="2035" y="95"/>
                  <a:pt x="2035" y="95"/>
                </a:cubicBezTo>
                <a:cubicBezTo>
                  <a:pt x="2035" y="90"/>
                  <a:pt x="2036" y="85"/>
                  <a:pt x="2037" y="80"/>
                </a:cubicBezTo>
                <a:cubicBezTo>
                  <a:pt x="2038" y="73"/>
                  <a:pt x="2045" y="58"/>
                  <a:pt x="2068" y="58"/>
                </a:cubicBezTo>
                <a:cubicBezTo>
                  <a:pt x="2092" y="58"/>
                  <a:pt x="2098" y="74"/>
                  <a:pt x="2099" y="80"/>
                </a:cubicBezTo>
                <a:cubicBezTo>
                  <a:pt x="2100" y="85"/>
                  <a:pt x="2100" y="92"/>
                  <a:pt x="2100" y="92"/>
                </a:cubicBezTo>
                <a:cubicBezTo>
                  <a:pt x="2100" y="110"/>
                  <a:pt x="2100" y="110"/>
                  <a:pt x="2100" y="110"/>
                </a:cubicBezTo>
                <a:cubicBezTo>
                  <a:pt x="2178" y="110"/>
                  <a:pt x="2178" y="110"/>
                  <a:pt x="2178" y="110"/>
                </a:cubicBezTo>
                <a:cubicBezTo>
                  <a:pt x="2178" y="99"/>
                  <a:pt x="2178" y="99"/>
                  <a:pt x="2178" y="99"/>
                </a:cubicBezTo>
                <a:cubicBezTo>
                  <a:pt x="2178" y="99"/>
                  <a:pt x="2179" y="89"/>
                  <a:pt x="2178" y="79"/>
                </a:cubicBezTo>
                <a:cubicBezTo>
                  <a:pt x="2172" y="20"/>
                  <a:pt x="2124" y="2"/>
                  <a:pt x="2068" y="2"/>
                </a:cubicBezTo>
                <a:cubicBezTo>
                  <a:pt x="2013" y="2"/>
                  <a:pt x="1966" y="21"/>
                  <a:pt x="1959" y="79"/>
                </a:cubicBezTo>
                <a:cubicBezTo>
                  <a:pt x="1958" y="84"/>
                  <a:pt x="1958" y="94"/>
                  <a:pt x="1958" y="99"/>
                </a:cubicBezTo>
                <a:cubicBezTo>
                  <a:pt x="1958" y="230"/>
                  <a:pt x="1958" y="230"/>
                  <a:pt x="1958" y="230"/>
                </a:cubicBezTo>
                <a:cubicBezTo>
                  <a:pt x="1958" y="236"/>
                  <a:pt x="1958" y="241"/>
                  <a:pt x="1959" y="251"/>
                </a:cubicBezTo>
                <a:cubicBezTo>
                  <a:pt x="1964" y="308"/>
                  <a:pt x="2013" y="328"/>
                  <a:pt x="2068" y="328"/>
                </a:cubicBezTo>
                <a:cubicBezTo>
                  <a:pt x="2124" y="328"/>
                  <a:pt x="2173" y="308"/>
                  <a:pt x="2178" y="251"/>
                </a:cubicBezTo>
                <a:cubicBezTo>
                  <a:pt x="2179" y="241"/>
                  <a:pt x="2179" y="236"/>
                  <a:pt x="2179" y="230"/>
                </a:cubicBezTo>
                <a:cubicBezTo>
                  <a:pt x="2179" y="147"/>
                  <a:pt x="2179" y="147"/>
                  <a:pt x="2179" y="147"/>
                </a:cubicBezTo>
                <a:lnTo>
                  <a:pt x="2069" y="14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9"/>
              <a:buFont typeface="Arial"/>
              <a:buNone/>
            </a:pPr>
            <a:endParaRPr sz="195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" name="Google Shape;42;p10"/>
          <p:cNvCxnSpPr/>
          <p:nvPr/>
        </p:nvCxnSpPr>
        <p:spPr>
          <a:xfrm>
            <a:off x="449468" y="6424935"/>
            <a:ext cx="9000714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3" name="Google Shape;43;p10"/>
          <p:cNvSpPr txBox="1"/>
          <p:nvPr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Arial"/>
              <a:buNone/>
            </a:pPr>
            <a:fld id="{00000000-1234-1234-1234-123412341234}" type="slidenum"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10"/>
          <p:cNvSpPr/>
          <p:nvPr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  <a:endParaRPr/>
          </a:p>
        </p:txBody>
      </p:sp>
      <p:sp>
        <p:nvSpPr>
          <p:cNvPr id="45" name="Google Shape;45;p10"/>
          <p:cNvSpPr txBox="1"/>
          <p:nvPr/>
        </p:nvSpPr>
        <p:spPr>
          <a:xfrm>
            <a:off x="6846858" y="6498001"/>
            <a:ext cx="2349501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Project Name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5">
          <p15:clr>
            <a:srgbClr val="FBAE40"/>
          </p15:clr>
        </p15:guide>
        <p15:guide id="2" pos="5955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able of Contents2">
  <p:cSld name="2_Table of Contents2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588" y="0"/>
            <a:ext cx="9902825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" name="Google Shape;48;p11"/>
          <p:cNvCxnSpPr/>
          <p:nvPr/>
        </p:nvCxnSpPr>
        <p:spPr>
          <a:xfrm>
            <a:off x="449468" y="6424935"/>
            <a:ext cx="9000714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9" name="Google Shape;49;p11"/>
          <p:cNvSpPr txBox="1"/>
          <p:nvPr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Arial"/>
              <a:buNone/>
            </a:pPr>
            <a:fld id="{00000000-1234-1234-1234-123412341234}" type="slidenum"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11"/>
          <p:cNvSpPr/>
          <p:nvPr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  <a:endParaRPr/>
          </a:p>
        </p:txBody>
      </p:sp>
      <p:sp>
        <p:nvSpPr>
          <p:cNvPr id="51" name="Google Shape;51;p11"/>
          <p:cNvSpPr/>
          <p:nvPr/>
        </p:nvSpPr>
        <p:spPr>
          <a:xfrm>
            <a:off x="990000" y="4157757"/>
            <a:ext cx="3563339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1428A0"/>
                </a:solidFill>
                <a:latin typeface="Arial"/>
                <a:ea typeface="Arial"/>
                <a:cs typeface="Arial"/>
                <a:sym typeface="Arial"/>
              </a:rPr>
              <a:t>C&amp;P Course</a:t>
            </a:r>
            <a:endParaRPr sz="2100">
              <a:solidFill>
                <a:srgbClr val="1428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1"/>
          <p:cNvSpPr/>
          <p:nvPr/>
        </p:nvSpPr>
        <p:spPr>
          <a:xfrm>
            <a:off x="720000" y="2095275"/>
            <a:ext cx="60008" cy="1759369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11"/>
          <p:cNvSpPr/>
          <p:nvPr/>
        </p:nvSpPr>
        <p:spPr>
          <a:xfrm>
            <a:off x="720000" y="4157757"/>
            <a:ext cx="60008" cy="323165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11"/>
          <p:cNvSpPr txBox="1">
            <a:spLocks noGrp="1"/>
          </p:cNvSpPr>
          <p:nvPr>
            <p:ph type="title"/>
          </p:nvPr>
        </p:nvSpPr>
        <p:spPr>
          <a:xfrm>
            <a:off x="990000" y="2095275"/>
            <a:ext cx="5221019" cy="1354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990000" y="3577645"/>
            <a:ext cx="683780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09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99"/>
              <a:buFont typeface="Arial"/>
              <a:buChar char="•"/>
              <a:defRPr sz="23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5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99"/>
              <a:buFont typeface="Arial"/>
              <a:buChar char="•"/>
              <a:defRPr sz="19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14">
          <p15:clr>
            <a:srgbClr val="FBAE40"/>
          </p15:clr>
        </p15:guide>
        <p15:guide id="2" pos="443">
          <p15:clr>
            <a:srgbClr val="FBAE40"/>
          </p15:clr>
        </p15:guide>
        <p15:guide id="3" pos="5955">
          <p15:clr>
            <a:srgbClr val="FBAE40"/>
          </p15:clr>
        </p15:guide>
        <p15:guide id="4" pos="609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able of Contents">
  <p:cSld name="3_Table of Contents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902825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8" name="Google Shape;58;p12"/>
          <p:cNvCxnSpPr/>
          <p:nvPr/>
        </p:nvCxnSpPr>
        <p:spPr>
          <a:xfrm>
            <a:off x="449468" y="6424935"/>
            <a:ext cx="9000714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9" name="Google Shape;59;p12"/>
          <p:cNvSpPr txBox="1"/>
          <p:nvPr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Arial"/>
              <a:buNone/>
            </a:pPr>
            <a:fld id="{00000000-1234-1234-1234-123412341234}" type="slidenum"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2"/>
          <p:cNvSpPr/>
          <p:nvPr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  <a:endParaRPr/>
          </a:p>
        </p:txBody>
      </p:sp>
      <p:sp>
        <p:nvSpPr>
          <p:cNvPr id="61" name="Google Shape;61;p12"/>
          <p:cNvSpPr txBox="1"/>
          <p:nvPr/>
        </p:nvSpPr>
        <p:spPr>
          <a:xfrm>
            <a:off x="6846858" y="6498001"/>
            <a:ext cx="2349501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Project Name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02">
          <p15:clr>
            <a:srgbClr val="FBAE40"/>
          </p15:clr>
        </p15:guide>
        <p15:guide id="2" pos="285">
          <p15:clr>
            <a:srgbClr val="FBAE40"/>
          </p15:clr>
        </p15:guide>
        <p15:guide id="3" pos="5955">
          <p15:clr>
            <a:srgbClr val="FBAE40"/>
          </p15:clr>
        </p15:guide>
        <p15:guide id="4" pos="329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able of Contents">
  <p:cSld name="1_Table of Contents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902825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4" name="Google Shape;64;p13"/>
          <p:cNvCxnSpPr/>
          <p:nvPr/>
        </p:nvCxnSpPr>
        <p:spPr>
          <a:xfrm>
            <a:off x="449468" y="6424935"/>
            <a:ext cx="9000714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5" name="Google Shape;65;p13"/>
          <p:cNvSpPr txBox="1"/>
          <p:nvPr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Arial"/>
              <a:buNone/>
            </a:pPr>
            <a:fld id="{00000000-1234-1234-1234-123412341234}" type="slidenum"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3"/>
          <p:cNvSpPr/>
          <p:nvPr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  <a:endParaRPr/>
          </a:p>
        </p:txBody>
      </p:sp>
      <p:sp>
        <p:nvSpPr>
          <p:cNvPr id="67" name="Google Shape;67;p13"/>
          <p:cNvSpPr txBox="1"/>
          <p:nvPr/>
        </p:nvSpPr>
        <p:spPr>
          <a:xfrm>
            <a:off x="6846858" y="6498001"/>
            <a:ext cx="2349501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Project Name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5955">
          <p15:clr>
            <a:srgbClr val="FBAE40"/>
          </p15:clr>
        </p15:guide>
        <p15:guide id="3" pos="285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dy">
  <p:cSld name="Body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" name="Google Shape;69;p14"/>
          <p:cNvCxnSpPr/>
          <p:nvPr/>
        </p:nvCxnSpPr>
        <p:spPr>
          <a:xfrm>
            <a:off x="449468" y="6424935"/>
            <a:ext cx="9000714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0" name="Google Shape;70;p14"/>
          <p:cNvSpPr txBox="1"/>
          <p:nvPr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Arial"/>
              <a:buNone/>
            </a:pPr>
            <a:fld id="{00000000-1234-1234-1234-123412341234}" type="slidenum"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4"/>
          <p:cNvSpPr/>
          <p:nvPr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  <a:endParaRPr/>
          </a:p>
        </p:txBody>
      </p:sp>
      <p:cxnSp>
        <p:nvCxnSpPr>
          <p:cNvPr id="72" name="Google Shape;72;p14"/>
          <p:cNvCxnSpPr/>
          <p:nvPr/>
        </p:nvCxnSpPr>
        <p:spPr>
          <a:xfrm>
            <a:off x="449468" y="900000"/>
            <a:ext cx="9000714" cy="0"/>
          </a:xfrm>
          <a:prstGeom prst="straightConnector1">
            <a:avLst/>
          </a:prstGeom>
          <a:noFill/>
          <a:ln w="15875" cap="flat" cmpd="sng">
            <a:solidFill>
              <a:srgbClr val="0924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3" name="Google Shape;73;p14"/>
          <p:cNvSpPr txBox="1"/>
          <p:nvPr/>
        </p:nvSpPr>
        <p:spPr>
          <a:xfrm>
            <a:off x="6846858" y="6498001"/>
            <a:ext cx="2349501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Project Name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5">
          <p15:clr>
            <a:srgbClr val="FBAE40"/>
          </p15:clr>
        </p15:guide>
        <p15:guide id="3" pos="5955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ody">
  <p:cSld name="1_Body">
    <p:bg>
      <p:bgPr>
        <a:solidFill>
          <a:srgbClr val="F2F2F2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9028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449468" y="450000"/>
            <a:ext cx="1282022" cy="198000"/>
          </a:xfrm>
          <a:custGeom>
            <a:avLst/>
            <a:gdLst/>
            <a:ahLst/>
            <a:cxnLst/>
            <a:rect l="l" t="t" r="r" b="b"/>
            <a:pathLst>
              <a:path w="2179" h="334" extrusionOk="0">
                <a:moveTo>
                  <a:pt x="83" y="91"/>
                </a:moveTo>
                <a:cubicBezTo>
                  <a:pt x="81" y="84"/>
                  <a:pt x="82" y="78"/>
                  <a:pt x="82" y="74"/>
                </a:cubicBezTo>
                <a:cubicBezTo>
                  <a:pt x="84" y="64"/>
                  <a:pt x="91" y="53"/>
                  <a:pt x="111" y="53"/>
                </a:cubicBezTo>
                <a:cubicBezTo>
                  <a:pt x="129" y="53"/>
                  <a:pt x="140" y="65"/>
                  <a:pt x="140" y="82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218" y="101"/>
                  <a:pt x="218" y="101"/>
                  <a:pt x="218" y="101"/>
                </a:cubicBezTo>
                <a:cubicBezTo>
                  <a:pt x="218" y="79"/>
                  <a:pt x="218" y="79"/>
                  <a:pt x="218" y="79"/>
                </a:cubicBezTo>
                <a:cubicBezTo>
                  <a:pt x="218" y="11"/>
                  <a:pt x="156" y="0"/>
                  <a:pt x="112" y="0"/>
                </a:cubicBezTo>
                <a:cubicBezTo>
                  <a:pt x="57" y="0"/>
                  <a:pt x="12" y="19"/>
                  <a:pt x="4" y="70"/>
                </a:cubicBezTo>
                <a:cubicBezTo>
                  <a:pt x="1" y="84"/>
                  <a:pt x="1" y="96"/>
                  <a:pt x="4" y="112"/>
                </a:cubicBezTo>
                <a:cubicBezTo>
                  <a:pt x="18" y="175"/>
                  <a:pt x="128" y="194"/>
                  <a:pt x="145" y="234"/>
                </a:cubicBezTo>
                <a:cubicBezTo>
                  <a:pt x="148" y="241"/>
                  <a:pt x="147" y="251"/>
                  <a:pt x="145" y="257"/>
                </a:cubicBezTo>
                <a:cubicBezTo>
                  <a:pt x="143" y="267"/>
                  <a:pt x="136" y="278"/>
                  <a:pt x="115" y="278"/>
                </a:cubicBezTo>
                <a:cubicBezTo>
                  <a:pt x="95" y="278"/>
                  <a:pt x="84" y="267"/>
                  <a:pt x="84" y="250"/>
                </a:cubicBezTo>
                <a:cubicBezTo>
                  <a:pt x="83" y="220"/>
                  <a:pt x="83" y="220"/>
                  <a:pt x="83" y="220"/>
                </a:cubicBezTo>
                <a:cubicBezTo>
                  <a:pt x="0" y="220"/>
                  <a:pt x="0" y="220"/>
                  <a:pt x="0" y="220"/>
                </a:cubicBezTo>
                <a:cubicBezTo>
                  <a:pt x="0" y="244"/>
                  <a:pt x="0" y="244"/>
                  <a:pt x="0" y="244"/>
                </a:cubicBezTo>
                <a:cubicBezTo>
                  <a:pt x="0" y="313"/>
                  <a:pt x="55" y="334"/>
                  <a:pt x="113" y="334"/>
                </a:cubicBezTo>
                <a:cubicBezTo>
                  <a:pt x="169" y="334"/>
                  <a:pt x="216" y="315"/>
                  <a:pt x="223" y="263"/>
                </a:cubicBezTo>
                <a:cubicBezTo>
                  <a:pt x="227" y="236"/>
                  <a:pt x="224" y="218"/>
                  <a:pt x="223" y="212"/>
                </a:cubicBezTo>
                <a:cubicBezTo>
                  <a:pt x="210" y="146"/>
                  <a:pt x="92" y="127"/>
                  <a:pt x="83" y="91"/>
                </a:cubicBezTo>
                <a:moveTo>
                  <a:pt x="1096" y="91"/>
                </a:moveTo>
                <a:cubicBezTo>
                  <a:pt x="1094" y="85"/>
                  <a:pt x="1095" y="79"/>
                  <a:pt x="1096" y="75"/>
                </a:cubicBezTo>
                <a:cubicBezTo>
                  <a:pt x="1098" y="65"/>
                  <a:pt x="1104" y="54"/>
                  <a:pt x="1124" y="54"/>
                </a:cubicBezTo>
                <a:cubicBezTo>
                  <a:pt x="1142" y="54"/>
                  <a:pt x="1152" y="66"/>
                  <a:pt x="1152" y="82"/>
                </a:cubicBezTo>
                <a:cubicBezTo>
                  <a:pt x="1152" y="102"/>
                  <a:pt x="1152" y="102"/>
                  <a:pt x="1152" y="102"/>
                </a:cubicBezTo>
                <a:cubicBezTo>
                  <a:pt x="1229" y="102"/>
                  <a:pt x="1229" y="102"/>
                  <a:pt x="1229" y="102"/>
                </a:cubicBezTo>
                <a:cubicBezTo>
                  <a:pt x="1229" y="80"/>
                  <a:pt x="1229" y="80"/>
                  <a:pt x="1229" y="80"/>
                </a:cubicBezTo>
                <a:cubicBezTo>
                  <a:pt x="1229" y="13"/>
                  <a:pt x="1169" y="2"/>
                  <a:pt x="1125" y="2"/>
                </a:cubicBezTo>
                <a:cubicBezTo>
                  <a:pt x="1070" y="2"/>
                  <a:pt x="1026" y="20"/>
                  <a:pt x="1017" y="71"/>
                </a:cubicBezTo>
                <a:cubicBezTo>
                  <a:pt x="1015" y="84"/>
                  <a:pt x="1015" y="97"/>
                  <a:pt x="1018" y="112"/>
                </a:cubicBezTo>
                <a:cubicBezTo>
                  <a:pt x="1032" y="175"/>
                  <a:pt x="1141" y="193"/>
                  <a:pt x="1157" y="233"/>
                </a:cubicBezTo>
                <a:cubicBezTo>
                  <a:pt x="1160" y="241"/>
                  <a:pt x="1159" y="250"/>
                  <a:pt x="1158" y="256"/>
                </a:cubicBezTo>
                <a:cubicBezTo>
                  <a:pt x="1155" y="267"/>
                  <a:pt x="1148" y="277"/>
                  <a:pt x="1128" y="277"/>
                </a:cubicBezTo>
                <a:cubicBezTo>
                  <a:pt x="1108" y="277"/>
                  <a:pt x="1097" y="266"/>
                  <a:pt x="1097" y="249"/>
                </a:cubicBezTo>
                <a:cubicBezTo>
                  <a:pt x="1097" y="219"/>
                  <a:pt x="1097" y="219"/>
                  <a:pt x="1097" y="219"/>
                </a:cubicBezTo>
                <a:cubicBezTo>
                  <a:pt x="1014" y="219"/>
                  <a:pt x="1014" y="219"/>
                  <a:pt x="1014" y="219"/>
                </a:cubicBezTo>
                <a:cubicBezTo>
                  <a:pt x="1014" y="243"/>
                  <a:pt x="1014" y="243"/>
                  <a:pt x="1014" y="243"/>
                </a:cubicBezTo>
                <a:cubicBezTo>
                  <a:pt x="1014" y="312"/>
                  <a:pt x="1068" y="332"/>
                  <a:pt x="1126" y="332"/>
                </a:cubicBezTo>
                <a:cubicBezTo>
                  <a:pt x="1182" y="332"/>
                  <a:pt x="1228" y="313"/>
                  <a:pt x="1235" y="262"/>
                </a:cubicBezTo>
                <a:cubicBezTo>
                  <a:pt x="1238" y="235"/>
                  <a:pt x="1236" y="218"/>
                  <a:pt x="1234" y="211"/>
                </a:cubicBezTo>
                <a:cubicBezTo>
                  <a:pt x="1221" y="147"/>
                  <a:pt x="1105" y="127"/>
                  <a:pt x="1096" y="91"/>
                </a:cubicBezTo>
                <a:moveTo>
                  <a:pt x="1803" y="261"/>
                </a:moveTo>
                <a:cubicBezTo>
                  <a:pt x="1730" y="10"/>
                  <a:pt x="1730" y="10"/>
                  <a:pt x="1730" y="10"/>
                </a:cubicBezTo>
                <a:cubicBezTo>
                  <a:pt x="1614" y="10"/>
                  <a:pt x="1614" y="10"/>
                  <a:pt x="1614" y="10"/>
                </a:cubicBezTo>
                <a:cubicBezTo>
                  <a:pt x="1614" y="319"/>
                  <a:pt x="1614" y="319"/>
                  <a:pt x="1614" y="319"/>
                </a:cubicBezTo>
                <a:cubicBezTo>
                  <a:pt x="1691" y="319"/>
                  <a:pt x="1691" y="319"/>
                  <a:pt x="1691" y="319"/>
                </a:cubicBezTo>
                <a:cubicBezTo>
                  <a:pt x="1686" y="60"/>
                  <a:pt x="1686" y="60"/>
                  <a:pt x="1686" y="60"/>
                </a:cubicBezTo>
                <a:cubicBezTo>
                  <a:pt x="1765" y="319"/>
                  <a:pt x="1765" y="319"/>
                  <a:pt x="1765" y="319"/>
                </a:cubicBezTo>
                <a:cubicBezTo>
                  <a:pt x="1876" y="319"/>
                  <a:pt x="1876" y="319"/>
                  <a:pt x="1876" y="319"/>
                </a:cubicBezTo>
                <a:cubicBezTo>
                  <a:pt x="1876" y="10"/>
                  <a:pt x="1876" y="10"/>
                  <a:pt x="1876" y="10"/>
                </a:cubicBezTo>
                <a:cubicBezTo>
                  <a:pt x="1799" y="10"/>
                  <a:pt x="1799" y="10"/>
                  <a:pt x="1799" y="10"/>
                </a:cubicBezTo>
                <a:lnTo>
                  <a:pt x="1803" y="261"/>
                </a:lnTo>
                <a:close/>
                <a:moveTo>
                  <a:pt x="333" y="10"/>
                </a:moveTo>
                <a:cubicBezTo>
                  <a:pt x="276" y="322"/>
                  <a:pt x="276" y="322"/>
                  <a:pt x="276" y="322"/>
                </a:cubicBezTo>
                <a:cubicBezTo>
                  <a:pt x="360" y="322"/>
                  <a:pt x="360" y="322"/>
                  <a:pt x="360" y="322"/>
                </a:cubicBezTo>
                <a:cubicBezTo>
                  <a:pt x="403" y="33"/>
                  <a:pt x="403" y="33"/>
                  <a:pt x="403" y="33"/>
                </a:cubicBezTo>
                <a:cubicBezTo>
                  <a:pt x="446" y="322"/>
                  <a:pt x="446" y="322"/>
                  <a:pt x="446" y="322"/>
                </a:cubicBezTo>
                <a:cubicBezTo>
                  <a:pt x="529" y="322"/>
                  <a:pt x="529" y="322"/>
                  <a:pt x="529" y="322"/>
                </a:cubicBezTo>
                <a:cubicBezTo>
                  <a:pt x="472" y="10"/>
                  <a:pt x="472" y="10"/>
                  <a:pt x="472" y="10"/>
                </a:cubicBezTo>
                <a:lnTo>
                  <a:pt x="333" y="10"/>
                </a:lnTo>
                <a:close/>
                <a:moveTo>
                  <a:pt x="804" y="10"/>
                </a:moveTo>
                <a:cubicBezTo>
                  <a:pt x="765" y="254"/>
                  <a:pt x="765" y="254"/>
                  <a:pt x="765" y="254"/>
                </a:cubicBezTo>
                <a:cubicBezTo>
                  <a:pt x="725" y="10"/>
                  <a:pt x="725" y="10"/>
                  <a:pt x="725" y="10"/>
                </a:cubicBezTo>
                <a:cubicBezTo>
                  <a:pt x="598" y="10"/>
                  <a:pt x="598" y="10"/>
                  <a:pt x="598" y="10"/>
                </a:cubicBezTo>
                <a:cubicBezTo>
                  <a:pt x="592" y="322"/>
                  <a:pt x="592" y="322"/>
                  <a:pt x="592" y="322"/>
                </a:cubicBezTo>
                <a:cubicBezTo>
                  <a:pt x="669" y="322"/>
                  <a:pt x="669" y="322"/>
                  <a:pt x="669" y="322"/>
                </a:cubicBezTo>
                <a:cubicBezTo>
                  <a:pt x="671" y="33"/>
                  <a:pt x="671" y="33"/>
                  <a:pt x="671" y="33"/>
                </a:cubicBezTo>
                <a:cubicBezTo>
                  <a:pt x="725" y="322"/>
                  <a:pt x="725" y="322"/>
                  <a:pt x="725" y="322"/>
                </a:cubicBezTo>
                <a:cubicBezTo>
                  <a:pt x="804" y="322"/>
                  <a:pt x="804" y="322"/>
                  <a:pt x="804" y="322"/>
                </a:cubicBezTo>
                <a:cubicBezTo>
                  <a:pt x="858" y="33"/>
                  <a:pt x="858" y="33"/>
                  <a:pt x="858" y="33"/>
                </a:cubicBezTo>
                <a:cubicBezTo>
                  <a:pt x="860" y="322"/>
                  <a:pt x="860" y="322"/>
                  <a:pt x="860" y="322"/>
                </a:cubicBezTo>
                <a:cubicBezTo>
                  <a:pt x="938" y="322"/>
                  <a:pt x="938" y="322"/>
                  <a:pt x="938" y="322"/>
                </a:cubicBezTo>
                <a:cubicBezTo>
                  <a:pt x="931" y="10"/>
                  <a:pt x="931" y="10"/>
                  <a:pt x="931" y="10"/>
                </a:cubicBezTo>
                <a:lnTo>
                  <a:pt x="804" y="10"/>
                </a:lnTo>
                <a:close/>
                <a:moveTo>
                  <a:pt x="1528" y="10"/>
                </a:moveTo>
                <a:cubicBezTo>
                  <a:pt x="1449" y="10"/>
                  <a:pt x="1449" y="10"/>
                  <a:pt x="1449" y="10"/>
                </a:cubicBezTo>
                <a:cubicBezTo>
                  <a:pt x="1449" y="241"/>
                  <a:pt x="1449" y="241"/>
                  <a:pt x="1449" y="241"/>
                </a:cubicBezTo>
                <a:cubicBezTo>
                  <a:pt x="1449" y="245"/>
                  <a:pt x="1449" y="249"/>
                  <a:pt x="1448" y="253"/>
                </a:cubicBezTo>
                <a:cubicBezTo>
                  <a:pt x="1447" y="260"/>
                  <a:pt x="1440" y="275"/>
                  <a:pt x="1418" y="275"/>
                </a:cubicBezTo>
                <a:cubicBezTo>
                  <a:pt x="1397" y="275"/>
                  <a:pt x="1390" y="260"/>
                  <a:pt x="1389" y="253"/>
                </a:cubicBezTo>
                <a:cubicBezTo>
                  <a:pt x="1388" y="249"/>
                  <a:pt x="1388" y="245"/>
                  <a:pt x="1388" y="241"/>
                </a:cubicBezTo>
                <a:cubicBezTo>
                  <a:pt x="1388" y="10"/>
                  <a:pt x="1388" y="10"/>
                  <a:pt x="1388" y="10"/>
                </a:cubicBezTo>
                <a:cubicBezTo>
                  <a:pt x="1309" y="10"/>
                  <a:pt x="1309" y="10"/>
                  <a:pt x="1309" y="10"/>
                </a:cubicBezTo>
                <a:cubicBezTo>
                  <a:pt x="1309" y="234"/>
                  <a:pt x="1309" y="234"/>
                  <a:pt x="1309" y="234"/>
                </a:cubicBezTo>
                <a:cubicBezTo>
                  <a:pt x="1309" y="239"/>
                  <a:pt x="1309" y="251"/>
                  <a:pt x="1310" y="254"/>
                </a:cubicBezTo>
                <a:cubicBezTo>
                  <a:pt x="1315" y="312"/>
                  <a:pt x="1361" y="331"/>
                  <a:pt x="1418" y="331"/>
                </a:cubicBezTo>
                <a:cubicBezTo>
                  <a:pt x="1476" y="331"/>
                  <a:pt x="1522" y="312"/>
                  <a:pt x="1527" y="254"/>
                </a:cubicBezTo>
                <a:cubicBezTo>
                  <a:pt x="1528" y="251"/>
                  <a:pt x="1528" y="239"/>
                  <a:pt x="1528" y="234"/>
                </a:cubicBezTo>
                <a:lnTo>
                  <a:pt x="1528" y="10"/>
                </a:lnTo>
                <a:close/>
                <a:moveTo>
                  <a:pt x="2069" y="147"/>
                </a:moveTo>
                <a:cubicBezTo>
                  <a:pt x="2069" y="192"/>
                  <a:pt x="2069" y="192"/>
                  <a:pt x="2069" y="192"/>
                </a:cubicBezTo>
                <a:cubicBezTo>
                  <a:pt x="2101" y="192"/>
                  <a:pt x="2101" y="192"/>
                  <a:pt x="2101" y="192"/>
                </a:cubicBezTo>
                <a:cubicBezTo>
                  <a:pt x="2101" y="237"/>
                  <a:pt x="2101" y="237"/>
                  <a:pt x="2101" y="237"/>
                </a:cubicBezTo>
                <a:cubicBezTo>
                  <a:pt x="2101" y="241"/>
                  <a:pt x="2101" y="246"/>
                  <a:pt x="2100" y="249"/>
                </a:cubicBezTo>
                <a:cubicBezTo>
                  <a:pt x="2099" y="258"/>
                  <a:pt x="2091" y="272"/>
                  <a:pt x="2068" y="272"/>
                </a:cubicBezTo>
                <a:cubicBezTo>
                  <a:pt x="2045" y="272"/>
                  <a:pt x="2038" y="258"/>
                  <a:pt x="2036" y="249"/>
                </a:cubicBezTo>
                <a:cubicBezTo>
                  <a:pt x="2036" y="246"/>
                  <a:pt x="2035" y="241"/>
                  <a:pt x="2035" y="237"/>
                </a:cubicBezTo>
                <a:cubicBezTo>
                  <a:pt x="2035" y="95"/>
                  <a:pt x="2035" y="95"/>
                  <a:pt x="2035" y="95"/>
                </a:cubicBezTo>
                <a:cubicBezTo>
                  <a:pt x="2035" y="90"/>
                  <a:pt x="2036" y="85"/>
                  <a:pt x="2037" y="80"/>
                </a:cubicBezTo>
                <a:cubicBezTo>
                  <a:pt x="2038" y="73"/>
                  <a:pt x="2045" y="58"/>
                  <a:pt x="2068" y="58"/>
                </a:cubicBezTo>
                <a:cubicBezTo>
                  <a:pt x="2092" y="58"/>
                  <a:pt x="2098" y="74"/>
                  <a:pt x="2099" y="80"/>
                </a:cubicBezTo>
                <a:cubicBezTo>
                  <a:pt x="2100" y="85"/>
                  <a:pt x="2100" y="92"/>
                  <a:pt x="2100" y="92"/>
                </a:cubicBezTo>
                <a:cubicBezTo>
                  <a:pt x="2100" y="110"/>
                  <a:pt x="2100" y="110"/>
                  <a:pt x="2100" y="110"/>
                </a:cubicBezTo>
                <a:cubicBezTo>
                  <a:pt x="2178" y="110"/>
                  <a:pt x="2178" y="110"/>
                  <a:pt x="2178" y="110"/>
                </a:cubicBezTo>
                <a:cubicBezTo>
                  <a:pt x="2178" y="99"/>
                  <a:pt x="2178" y="99"/>
                  <a:pt x="2178" y="99"/>
                </a:cubicBezTo>
                <a:cubicBezTo>
                  <a:pt x="2178" y="99"/>
                  <a:pt x="2179" y="89"/>
                  <a:pt x="2178" y="79"/>
                </a:cubicBezTo>
                <a:cubicBezTo>
                  <a:pt x="2172" y="20"/>
                  <a:pt x="2124" y="2"/>
                  <a:pt x="2068" y="2"/>
                </a:cubicBezTo>
                <a:cubicBezTo>
                  <a:pt x="2013" y="2"/>
                  <a:pt x="1966" y="21"/>
                  <a:pt x="1959" y="79"/>
                </a:cubicBezTo>
                <a:cubicBezTo>
                  <a:pt x="1958" y="84"/>
                  <a:pt x="1958" y="94"/>
                  <a:pt x="1958" y="99"/>
                </a:cubicBezTo>
                <a:cubicBezTo>
                  <a:pt x="1958" y="230"/>
                  <a:pt x="1958" y="230"/>
                  <a:pt x="1958" y="230"/>
                </a:cubicBezTo>
                <a:cubicBezTo>
                  <a:pt x="1958" y="236"/>
                  <a:pt x="1958" y="241"/>
                  <a:pt x="1959" y="251"/>
                </a:cubicBezTo>
                <a:cubicBezTo>
                  <a:pt x="1964" y="308"/>
                  <a:pt x="2013" y="328"/>
                  <a:pt x="2068" y="328"/>
                </a:cubicBezTo>
                <a:cubicBezTo>
                  <a:pt x="2124" y="328"/>
                  <a:pt x="2173" y="308"/>
                  <a:pt x="2178" y="251"/>
                </a:cubicBezTo>
                <a:cubicBezTo>
                  <a:pt x="2179" y="241"/>
                  <a:pt x="2179" y="236"/>
                  <a:pt x="2179" y="230"/>
                </a:cubicBezTo>
                <a:cubicBezTo>
                  <a:pt x="2179" y="147"/>
                  <a:pt x="2179" y="147"/>
                  <a:pt x="2179" y="147"/>
                </a:cubicBezTo>
                <a:lnTo>
                  <a:pt x="2069" y="147"/>
                </a:lnTo>
                <a:close/>
              </a:path>
            </a:pathLst>
          </a:custGeom>
          <a:solidFill>
            <a:srgbClr val="0924A5"/>
          </a:solidFill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9"/>
              <a:buFont typeface="Arial"/>
              <a:buNone/>
            </a:pPr>
            <a:endParaRPr sz="195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" name="Google Shape;77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65631" y="6141164"/>
            <a:ext cx="1371564" cy="45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reak Tim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5">
            <a:extLst>
              <a:ext uri="{FF2B5EF4-FFF2-40B4-BE49-F238E27FC236}">
                <a16:creationId xmlns:a16="http://schemas.microsoft.com/office/drawing/2014/main" id="{1B2B22C2-BBD9-4044-B049-D10CDF14FDE6}"/>
              </a:ext>
            </a:extLst>
          </p:cNvPr>
          <p:cNvSpPr txBox="1">
            <a:spLocks/>
          </p:cNvSpPr>
          <p:nvPr userDrawn="1"/>
        </p:nvSpPr>
        <p:spPr>
          <a:xfrm>
            <a:off x="6324398" y="6347711"/>
            <a:ext cx="2433358" cy="169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r" defTabSz="91409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kern="1200" dirty="0">
                <a:solidFill>
                  <a:schemeClr val="bg1">
                    <a:lumMod val="50000"/>
                  </a:schemeClr>
                </a:solidFill>
                <a:latin typeface="SamsungSharpSans-Medium" pitchFamily="2" charset="0"/>
                <a:ea typeface="SamsungSharpSans-Medium" pitchFamily="2" charset="0"/>
                <a:cs typeface="SamsungSharpSans-Medium" pitchFamily="2" charset="0"/>
              </a:rPr>
              <a:t>Chapter 2. Math for Data Science</a:t>
            </a:r>
            <a:endParaRPr lang="ko-KR" altLang="en-US" sz="1100" kern="1200" dirty="0">
              <a:solidFill>
                <a:schemeClr val="bg1">
                  <a:lumMod val="50000"/>
                </a:schemeClr>
              </a:solidFill>
              <a:latin typeface="SamsungSharpSans-Medium" pitchFamily="2" charset="0"/>
              <a:ea typeface="SamsungSharpSans-Medium" pitchFamily="2" charset="0"/>
              <a:cs typeface="SamsungSharpSans-Medium" pitchFamily="2" charset="0"/>
            </a:endParaRPr>
          </a:p>
        </p:txBody>
      </p:sp>
      <p:sp>
        <p:nvSpPr>
          <p:cNvPr id="3" name="슬라이드 번호 개체 틀 15">
            <a:extLst>
              <a:ext uri="{FF2B5EF4-FFF2-40B4-BE49-F238E27FC236}">
                <a16:creationId xmlns:a16="http://schemas.microsoft.com/office/drawing/2014/main" id="{8C6D6C91-60C1-41CF-B03F-1735A6A41637}"/>
              </a:ext>
            </a:extLst>
          </p:cNvPr>
          <p:cNvSpPr txBox="1">
            <a:spLocks/>
          </p:cNvSpPr>
          <p:nvPr userDrawn="1"/>
        </p:nvSpPr>
        <p:spPr>
          <a:xfrm>
            <a:off x="8805867" y="6347726"/>
            <a:ext cx="538163" cy="1692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r" defTabSz="91409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977B04-C971-4466-AB79-612C9E649B30}" type="slidenum">
              <a:rPr lang="en-US" altLang="ko-KR" sz="1100" smtClean="0">
                <a:latin typeface="SamsungOne 400" panose="020B0503030303020204" pitchFamily="34" charset="0"/>
                <a:ea typeface="SamsungOne 400" panose="020B0503030303020204" pitchFamily="34" charset="0"/>
              </a:rPr>
              <a:pPr marL="0" marR="0" lvl="0" indent="0" algn="r" defTabSz="91409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SamsungOne 400" panose="020B0503030303020204" pitchFamily="34" charset="0"/>
                <a:ea typeface="SamsungOne 400" panose="020B0503030303020204" pitchFamily="34" charset="0"/>
                <a:cs typeface="Arial Unicode MS" panose="020B0604020202020204" pitchFamily="50" charset="-127"/>
              </a:rPr>
              <a:t>/44</a:t>
            </a:r>
          </a:p>
        </p:txBody>
      </p:sp>
    </p:spTree>
    <p:extLst>
      <p:ext uri="{BB962C8B-B14F-4D97-AF65-F5344CB8AC3E}">
        <p14:creationId xmlns:p14="http://schemas.microsoft.com/office/powerpoint/2010/main" val="3306706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"/>
          <p:cNvSpPr txBox="1">
            <a:spLocks noGrp="1"/>
          </p:cNvSpPr>
          <p:nvPr>
            <p:ph type="body" idx="1"/>
          </p:nvPr>
        </p:nvSpPr>
        <p:spPr>
          <a:xfrm>
            <a:off x="720000" y="3551768"/>
            <a:ext cx="683780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</a:pPr>
            <a:r>
              <a:rPr lang="en-US"/>
              <a:t>Team Name</a:t>
            </a:r>
            <a:endParaRPr/>
          </a:p>
        </p:txBody>
      </p:sp>
      <p:sp>
        <p:nvSpPr>
          <p:cNvPr id="83" name="Google Shape;83;p1"/>
          <p:cNvSpPr txBox="1">
            <a:spLocks noGrp="1"/>
          </p:cNvSpPr>
          <p:nvPr>
            <p:ph type="title"/>
          </p:nvPr>
        </p:nvSpPr>
        <p:spPr>
          <a:xfrm>
            <a:off x="720000" y="1710000"/>
            <a:ext cx="5221019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/>
              <a:t>Project</a:t>
            </a:r>
            <a:br>
              <a:rPr lang="en-US"/>
            </a:br>
            <a:r>
              <a:rPr lang="en-US"/>
              <a:t>Name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2"/>
          <p:cNvGrpSpPr/>
          <p:nvPr/>
        </p:nvGrpSpPr>
        <p:grpSpPr>
          <a:xfrm>
            <a:off x="710836" y="1583927"/>
            <a:ext cx="7280225" cy="3109808"/>
            <a:chOff x="4181256" y="3224809"/>
            <a:chExt cx="7280225" cy="3109808"/>
          </a:xfrm>
        </p:grpSpPr>
        <p:sp>
          <p:nvSpPr>
            <p:cNvPr id="89" name="Google Shape;89;p2"/>
            <p:cNvSpPr/>
            <p:nvPr/>
          </p:nvSpPr>
          <p:spPr>
            <a:xfrm>
              <a:off x="4364136" y="3225982"/>
              <a:ext cx="419703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 dirty="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About our Team</a:t>
              </a:r>
              <a:endParaRPr dirty="0"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4181256" y="3224809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5160752" y="3641572"/>
              <a:ext cx="6300729" cy="26930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>
                <a:lnSpc>
                  <a:spcPct val="250000"/>
                </a:lnSpc>
              </a:pPr>
              <a:r>
                <a:rPr lang="en-IN" dirty="0"/>
                <a:t>Team Name</a:t>
              </a:r>
            </a:p>
            <a:p>
              <a:pPr lvl="0">
                <a:lnSpc>
                  <a:spcPct val="250000"/>
                </a:lnSpc>
              </a:pPr>
              <a:r>
                <a:rPr lang="en-IN" dirty="0"/>
                <a:t>Project Title</a:t>
              </a:r>
            </a:p>
            <a:p>
              <a:pPr lvl="0">
                <a:lnSpc>
                  <a:spcPct val="250000"/>
                </a:lnSpc>
              </a:pPr>
              <a:r>
                <a:rPr lang="en-IN" dirty="0"/>
                <a:t>Team Members &amp; Role</a:t>
              </a:r>
            </a:p>
            <a:p>
              <a:pPr lvl="0">
                <a:lnSpc>
                  <a:spcPct val="250000"/>
                </a:lnSpc>
              </a:pPr>
              <a:r>
                <a:rPr lang="en-IN" dirty="0"/>
                <a:t>Course: SIC Coding &amp; Programming</a:t>
              </a:r>
            </a:p>
            <a:p>
              <a:pPr lvl="0">
                <a:lnSpc>
                  <a:spcPct val="250000"/>
                </a:lnSpc>
              </a:pPr>
              <a:r>
                <a:rPr lang="en-IN" dirty="0"/>
                <a:t>College &amp; Batch Code </a:t>
              </a:r>
            </a:p>
          </p:txBody>
        </p:sp>
      </p:grpSp>
      <p:sp>
        <p:nvSpPr>
          <p:cNvPr id="100" name="Google Shape;100;p2"/>
          <p:cNvSpPr/>
          <p:nvPr/>
        </p:nvSpPr>
        <p:spPr>
          <a:xfrm>
            <a:off x="710836" y="357668"/>
            <a:ext cx="850832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Project Name</a:t>
            </a:r>
            <a:endParaRPr sz="2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5A59423B-3E3F-8016-E4CB-1FF9A8CFD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2">
            <a:extLst>
              <a:ext uri="{FF2B5EF4-FFF2-40B4-BE49-F238E27FC236}">
                <a16:creationId xmlns:a16="http://schemas.microsoft.com/office/drawing/2014/main" id="{60768E0D-C8F8-3514-ABA2-839F1D3F5EDA}"/>
              </a:ext>
            </a:extLst>
          </p:cNvPr>
          <p:cNvGrpSpPr/>
          <p:nvPr/>
        </p:nvGrpSpPr>
        <p:grpSpPr>
          <a:xfrm>
            <a:off x="710836" y="1583927"/>
            <a:ext cx="4379913" cy="278172"/>
            <a:chOff x="4181256" y="3224809"/>
            <a:chExt cx="4379913" cy="278172"/>
          </a:xfrm>
        </p:grpSpPr>
        <p:sp>
          <p:nvSpPr>
            <p:cNvPr id="89" name="Google Shape;89;p2">
              <a:extLst>
                <a:ext uri="{FF2B5EF4-FFF2-40B4-BE49-F238E27FC236}">
                  <a16:creationId xmlns:a16="http://schemas.microsoft.com/office/drawing/2014/main" id="{6EE9B28F-17EA-AFD1-6211-C1BD78BE8CF7}"/>
                </a:ext>
              </a:extLst>
            </p:cNvPr>
            <p:cNvSpPr/>
            <p:nvPr/>
          </p:nvSpPr>
          <p:spPr>
            <a:xfrm>
              <a:off x="4364136" y="3225982"/>
              <a:ext cx="419703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 dirty="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Problem Statement</a:t>
              </a:r>
              <a:endParaRPr dirty="0"/>
            </a:p>
          </p:txBody>
        </p:sp>
        <p:sp>
          <p:nvSpPr>
            <p:cNvPr id="90" name="Google Shape;90;p2">
              <a:extLst>
                <a:ext uri="{FF2B5EF4-FFF2-40B4-BE49-F238E27FC236}">
                  <a16:creationId xmlns:a16="http://schemas.microsoft.com/office/drawing/2014/main" id="{02FF4208-F554-E9D6-EF6F-FC55C17522CC}"/>
                </a:ext>
              </a:extLst>
            </p:cNvPr>
            <p:cNvSpPr/>
            <p:nvPr/>
          </p:nvSpPr>
          <p:spPr>
            <a:xfrm>
              <a:off x="4181256" y="3224809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BBD05678-D32A-AB30-6669-040226575301}"/>
              </a:ext>
            </a:extLst>
          </p:cNvPr>
          <p:cNvSpPr/>
          <p:nvPr/>
        </p:nvSpPr>
        <p:spPr>
          <a:xfrm>
            <a:off x="710836" y="357668"/>
            <a:ext cx="850832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Project Name</a:t>
            </a:r>
            <a:endParaRPr sz="2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74A3B9-5DC3-2B1E-1456-617DA4DB7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0079" y="2230794"/>
            <a:ext cx="3775393" cy="16143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real-world problem are you solving?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Who is affected by this problem?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2–3 lines concise description.</a:t>
            </a:r>
          </a:p>
        </p:txBody>
      </p:sp>
    </p:spTree>
    <p:extLst>
      <p:ext uri="{BB962C8B-B14F-4D97-AF65-F5344CB8AC3E}">
        <p14:creationId xmlns:p14="http://schemas.microsoft.com/office/powerpoint/2010/main" val="1169978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62482932-B83B-0B54-085E-3B3A5932A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2">
            <a:extLst>
              <a:ext uri="{FF2B5EF4-FFF2-40B4-BE49-F238E27FC236}">
                <a16:creationId xmlns:a16="http://schemas.microsoft.com/office/drawing/2014/main" id="{92151D37-B8E0-B876-4547-F029923D01C9}"/>
              </a:ext>
            </a:extLst>
          </p:cNvPr>
          <p:cNvGrpSpPr/>
          <p:nvPr/>
        </p:nvGrpSpPr>
        <p:grpSpPr>
          <a:xfrm>
            <a:off x="710836" y="1583927"/>
            <a:ext cx="4379913" cy="278172"/>
            <a:chOff x="4181256" y="3224809"/>
            <a:chExt cx="4379913" cy="278172"/>
          </a:xfrm>
        </p:grpSpPr>
        <p:sp>
          <p:nvSpPr>
            <p:cNvPr id="89" name="Google Shape;89;p2">
              <a:extLst>
                <a:ext uri="{FF2B5EF4-FFF2-40B4-BE49-F238E27FC236}">
                  <a16:creationId xmlns:a16="http://schemas.microsoft.com/office/drawing/2014/main" id="{E4A7183F-E94F-E8D9-1986-4F12BDD3A925}"/>
                </a:ext>
              </a:extLst>
            </p:cNvPr>
            <p:cNvSpPr/>
            <p:nvPr/>
          </p:nvSpPr>
          <p:spPr>
            <a:xfrm>
              <a:off x="4364136" y="3225982"/>
              <a:ext cx="419703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 dirty="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Objective of the Project</a:t>
              </a:r>
              <a:endParaRPr dirty="0"/>
            </a:p>
          </p:txBody>
        </p:sp>
        <p:sp>
          <p:nvSpPr>
            <p:cNvPr id="90" name="Google Shape;90;p2">
              <a:extLst>
                <a:ext uri="{FF2B5EF4-FFF2-40B4-BE49-F238E27FC236}">
                  <a16:creationId xmlns:a16="http://schemas.microsoft.com/office/drawing/2014/main" id="{3FEF93F0-2720-ABD7-1BAC-A0BA38B5DF6E}"/>
                </a:ext>
              </a:extLst>
            </p:cNvPr>
            <p:cNvSpPr/>
            <p:nvPr/>
          </p:nvSpPr>
          <p:spPr>
            <a:xfrm>
              <a:off x="4181256" y="3224809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6A2654EC-F1AA-C848-62AF-AC30D1A1A5AE}"/>
              </a:ext>
            </a:extLst>
          </p:cNvPr>
          <p:cNvSpPr/>
          <p:nvPr/>
        </p:nvSpPr>
        <p:spPr>
          <a:xfrm>
            <a:off x="710836" y="357668"/>
            <a:ext cx="850832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Project Name</a:t>
            </a:r>
            <a:endParaRPr sz="2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0632631-E594-BFC9-A227-184B34D831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2619" y="2095049"/>
            <a:ext cx="4065537" cy="16143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 goals of the solution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Expected outcome (what will the system do?)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Short bullet points (max 4)</a:t>
            </a:r>
          </a:p>
        </p:txBody>
      </p:sp>
    </p:spTree>
    <p:extLst>
      <p:ext uri="{BB962C8B-B14F-4D97-AF65-F5344CB8AC3E}">
        <p14:creationId xmlns:p14="http://schemas.microsoft.com/office/powerpoint/2010/main" val="2360573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60E1FBCD-19A6-ABFC-D4AB-0BDB53A77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2">
            <a:extLst>
              <a:ext uri="{FF2B5EF4-FFF2-40B4-BE49-F238E27FC236}">
                <a16:creationId xmlns:a16="http://schemas.microsoft.com/office/drawing/2014/main" id="{8055310A-EB77-F2B7-6EA4-032AA3C14356}"/>
              </a:ext>
            </a:extLst>
          </p:cNvPr>
          <p:cNvGrpSpPr/>
          <p:nvPr/>
        </p:nvGrpSpPr>
        <p:grpSpPr>
          <a:xfrm>
            <a:off x="710836" y="1583927"/>
            <a:ext cx="4379913" cy="278172"/>
            <a:chOff x="4181256" y="3224809"/>
            <a:chExt cx="4379913" cy="278172"/>
          </a:xfrm>
        </p:grpSpPr>
        <p:sp>
          <p:nvSpPr>
            <p:cNvPr id="89" name="Google Shape;89;p2">
              <a:extLst>
                <a:ext uri="{FF2B5EF4-FFF2-40B4-BE49-F238E27FC236}">
                  <a16:creationId xmlns:a16="http://schemas.microsoft.com/office/drawing/2014/main" id="{AA9AF2F5-8190-D87E-D70D-DAEF786C0BC7}"/>
                </a:ext>
              </a:extLst>
            </p:cNvPr>
            <p:cNvSpPr/>
            <p:nvPr/>
          </p:nvSpPr>
          <p:spPr>
            <a:xfrm>
              <a:off x="4364136" y="3225982"/>
              <a:ext cx="419703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 dirty="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Proposed Solution</a:t>
              </a:r>
              <a:endParaRPr dirty="0"/>
            </a:p>
          </p:txBody>
        </p:sp>
        <p:sp>
          <p:nvSpPr>
            <p:cNvPr id="90" name="Google Shape;90;p2">
              <a:extLst>
                <a:ext uri="{FF2B5EF4-FFF2-40B4-BE49-F238E27FC236}">
                  <a16:creationId xmlns:a16="http://schemas.microsoft.com/office/drawing/2014/main" id="{CE9CC80D-D795-CAD9-EC05-452BE27A7048}"/>
                </a:ext>
              </a:extLst>
            </p:cNvPr>
            <p:cNvSpPr/>
            <p:nvPr/>
          </p:nvSpPr>
          <p:spPr>
            <a:xfrm>
              <a:off x="4181256" y="3224809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AB35FBEF-9E92-07A1-B120-5ACAC3720BA1}"/>
              </a:ext>
            </a:extLst>
          </p:cNvPr>
          <p:cNvSpPr/>
          <p:nvPr/>
        </p:nvSpPr>
        <p:spPr>
          <a:xfrm>
            <a:off x="710836" y="357668"/>
            <a:ext cx="850832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Project Name</a:t>
            </a:r>
            <a:endParaRPr sz="2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647457F-6E66-65D6-13F6-D9683E4DB3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0626" y="2528183"/>
            <a:ext cx="3913251" cy="8872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Your solution approach in simple language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Unique features (if any)</a:t>
            </a:r>
          </a:p>
        </p:txBody>
      </p:sp>
    </p:spTree>
    <p:extLst>
      <p:ext uri="{BB962C8B-B14F-4D97-AF65-F5344CB8AC3E}">
        <p14:creationId xmlns:p14="http://schemas.microsoft.com/office/powerpoint/2010/main" val="42306815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35601139-3BAC-9292-3ED3-B53084699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2">
            <a:extLst>
              <a:ext uri="{FF2B5EF4-FFF2-40B4-BE49-F238E27FC236}">
                <a16:creationId xmlns:a16="http://schemas.microsoft.com/office/drawing/2014/main" id="{8B5401BF-EF24-0258-1591-82129E83F4A3}"/>
              </a:ext>
            </a:extLst>
          </p:cNvPr>
          <p:cNvGrpSpPr/>
          <p:nvPr/>
        </p:nvGrpSpPr>
        <p:grpSpPr>
          <a:xfrm>
            <a:off x="710836" y="1583927"/>
            <a:ext cx="4379913" cy="278172"/>
            <a:chOff x="4181256" y="3224809"/>
            <a:chExt cx="4379913" cy="278172"/>
          </a:xfrm>
        </p:grpSpPr>
        <p:sp>
          <p:nvSpPr>
            <p:cNvPr id="89" name="Google Shape;89;p2">
              <a:extLst>
                <a:ext uri="{FF2B5EF4-FFF2-40B4-BE49-F238E27FC236}">
                  <a16:creationId xmlns:a16="http://schemas.microsoft.com/office/drawing/2014/main" id="{801C461D-A0DA-A104-FC90-9E9BCFD25988}"/>
                </a:ext>
              </a:extLst>
            </p:cNvPr>
            <p:cNvSpPr/>
            <p:nvPr/>
          </p:nvSpPr>
          <p:spPr>
            <a:xfrm>
              <a:off x="4364136" y="3225982"/>
              <a:ext cx="419703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 dirty="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System Architecture / Flow Diagram</a:t>
              </a:r>
              <a:endParaRPr dirty="0"/>
            </a:p>
          </p:txBody>
        </p:sp>
        <p:sp>
          <p:nvSpPr>
            <p:cNvPr id="90" name="Google Shape;90;p2">
              <a:extLst>
                <a:ext uri="{FF2B5EF4-FFF2-40B4-BE49-F238E27FC236}">
                  <a16:creationId xmlns:a16="http://schemas.microsoft.com/office/drawing/2014/main" id="{64BCC672-C645-4CF7-9CD0-F3A5EFE214C3}"/>
                </a:ext>
              </a:extLst>
            </p:cNvPr>
            <p:cNvSpPr/>
            <p:nvPr/>
          </p:nvSpPr>
          <p:spPr>
            <a:xfrm>
              <a:off x="4181256" y="3224809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7D31A5E2-6EB4-C015-39A4-90D07ACDA488}"/>
              </a:ext>
            </a:extLst>
          </p:cNvPr>
          <p:cNvSpPr/>
          <p:nvPr/>
        </p:nvSpPr>
        <p:spPr>
          <a:xfrm>
            <a:off x="710836" y="357668"/>
            <a:ext cx="850832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Project Name</a:t>
            </a:r>
            <a:endParaRPr sz="2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B44ECA2-F685-2995-5C82-0ABC06974A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0626" y="2528183"/>
            <a:ext cx="3983783" cy="8872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Block diagram of system </a:t>
            </a:r>
          </a:p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Flow of data Input → Processing → Output </a:t>
            </a:r>
          </a:p>
        </p:txBody>
      </p:sp>
    </p:spTree>
    <p:extLst>
      <p:ext uri="{BB962C8B-B14F-4D97-AF65-F5344CB8AC3E}">
        <p14:creationId xmlns:p14="http://schemas.microsoft.com/office/powerpoint/2010/main" val="2424702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9830621B-B893-831E-FF1F-1B49F3CE1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2">
            <a:extLst>
              <a:ext uri="{FF2B5EF4-FFF2-40B4-BE49-F238E27FC236}">
                <a16:creationId xmlns:a16="http://schemas.microsoft.com/office/drawing/2014/main" id="{3765C36A-27A3-80B8-5DAD-3BE08E0A3CC2}"/>
              </a:ext>
            </a:extLst>
          </p:cNvPr>
          <p:cNvGrpSpPr/>
          <p:nvPr/>
        </p:nvGrpSpPr>
        <p:grpSpPr>
          <a:xfrm>
            <a:off x="710836" y="1583927"/>
            <a:ext cx="4379913" cy="278172"/>
            <a:chOff x="4181256" y="3224809"/>
            <a:chExt cx="4379913" cy="278172"/>
          </a:xfrm>
        </p:grpSpPr>
        <p:sp>
          <p:nvSpPr>
            <p:cNvPr id="89" name="Google Shape;89;p2">
              <a:extLst>
                <a:ext uri="{FF2B5EF4-FFF2-40B4-BE49-F238E27FC236}">
                  <a16:creationId xmlns:a16="http://schemas.microsoft.com/office/drawing/2014/main" id="{EE6A1548-9AEF-D849-DF96-93703211C502}"/>
                </a:ext>
              </a:extLst>
            </p:cNvPr>
            <p:cNvSpPr/>
            <p:nvPr/>
          </p:nvSpPr>
          <p:spPr>
            <a:xfrm>
              <a:off x="4364136" y="3225982"/>
              <a:ext cx="419703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 dirty="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Tools, Technologies &amp; Libraries</a:t>
              </a:r>
              <a:endParaRPr dirty="0"/>
            </a:p>
          </p:txBody>
        </p:sp>
        <p:sp>
          <p:nvSpPr>
            <p:cNvPr id="90" name="Google Shape;90;p2">
              <a:extLst>
                <a:ext uri="{FF2B5EF4-FFF2-40B4-BE49-F238E27FC236}">
                  <a16:creationId xmlns:a16="http://schemas.microsoft.com/office/drawing/2014/main" id="{6B5C259F-53DB-E23B-F121-A773C42585EC}"/>
                </a:ext>
              </a:extLst>
            </p:cNvPr>
            <p:cNvSpPr/>
            <p:nvPr/>
          </p:nvSpPr>
          <p:spPr>
            <a:xfrm>
              <a:off x="4181256" y="3224809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7224B7AB-0AB2-DA02-A151-2896E7A85FF3}"/>
              </a:ext>
            </a:extLst>
          </p:cNvPr>
          <p:cNvSpPr/>
          <p:nvPr/>
        </p:nvSpPr>
        <p:spPr>
          <a:xfrm>
            <a:off x="710836" y="357668"/>
            <a:ext cx="850832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Project Name</a:t>
            </a:r>
            <a:endParaRPr sz="2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3D2CA4-118E-7A8F-7DC8-5B10B4F5D622}"/>
              </a:ext>
            </a:extLst>
          </p:cNvPr>
          <p:cNvSpPr txBox="1"/>
          <p:nvPr/>
        </p:nvSpPr>
        <p:spPr>
          <a:xfrm>
            <a:off x="1893805" y="2083214"/>
            <a:ext cx="6142382" cy="2691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IN" i="1" dirty="0"/>
              <a:t>Depending on project type (Python, ML, DS, Web, etc.)</a:t>
            </a:r>
            <a:endParaRPr lang="en-IN" dirty="0"/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IN" dirty="0"/>
              <a:t>Programming Language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IN" dirty="0"/>
              <a:t>Libraries (NumPy, Pandas, scikit-learn, TensorFlow, etc.)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IN" dirty="0"/>
              <a:t>Tools (</a:t>
            </a:r>
            <a:r>
              <a:rPr lang="en-IN" dirty="0" err="1"/>
              <a:t>Jupyter</a:t>
            </a:r>
            <a:r>
              <a:rPr lang="en-IN" dirty="0"/>
              <a:t>, VS Code, GitHub, APIs, DB)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IN" dirty="0"/>
              <a:t>Dataset Source (Kaggle/UCI/custom)</a:t>
            </a:r>
          </a:p>
        </p:txBody>
      </p:sp>
    </p:spTree>
    <p:extLst>
      <p:ext uri="{BB962C8B-B14F-4D97-AF65-F5344CB8AC3E}">
        <p14:creationId xmlns:p14="http://schemas.microsoft.com/office/powerpoint/2010/main" val="27950782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026E1E93-96BE-1014-B497-B952EBDC7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2">
            <a:extLst>
              <a:ext uri="{FF2B5EF4-FFF2-40B4-BE49-F238E27FC236}">
                <a16:creationId xmlns:a16="http://schemas.microsoft.com/office/drawing/2014/main" id="{EB8524AA-65E8-A24B-74F2-63CA6CB68109}"/>
              </a:ext>
            </a:extLst>
          </p:cNvPr>
          <p:cNvGrpSpPr/>
          <p:nvPr/>
        </p:nvGrpSpPr>
        <p:grpSpPr>
          <a:xfrm>
            <a:off x="710836" y="1583927"/>
            <a:ext cx="4379913" cy="278172"/>
            <a:chOff x="4181256" y="3224809"/>
            <a:chExt cx="4379913" cy="278172"/>
          </a:xfrm>
        </p:grpSpPr>
        <p:sp>
          <p:nvSpPr>
            <p:cNvPr id="89" name="Google Shape;89;p2">
              <a:extLst>
                <a:ext uri="{FF2B5EF4-FFF2-40B4-BE49-F238E27FC236}">
                  <a16:creationId xmlns:a16="http://schemas.microsoft.com/office/drawing/2014/main" id="{35D8B2AE-3426-BAF2-0880-A153EC654F17}"/>
                </a:ext>
              </a:extLst>
            </p:cNvPr>
            <p:cNvSpPr/>
            <p:nvPr/>
          </p:nvSpPr>
          <p:spPr>
            <a:xfrm>
              <a:off x="4364136" y="3225982"/>
              <a:ext cx="419703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 dirty="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Dataset Description (If applicable)</a:t>
              </a:r>
              <a:endParaRPr dirty="0"/>
            </a:p>
          </p:txBody>
        </p:sp>
        <p:sp>
          <p:nvSpPr>
            <p:cNvPr id="90" name="Google Shape;90;p2">
              <a:extLst>
                <a:ext uri="{FF2B5EF4-FFF2-40B4-BE49-F238E27FC236}">
                  <a16:creationId xmlns:a16="http://schemas.microsoft.com/office/drawing/2014/main" id="{899AEA62-EFA6-7E29-9E1F-33A91C842184}"/>
                </a:ext>
              </a:extLst>
            </p:cNvPr>
            <p:cNvSpPr/>
            <p:nvPr/>
          </p:nvSpPr>
          <p:spPr>
            <a:xfrm>
              <a:off x="4181256" y="3224809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5A06E43C-EFBB-AE1C-2884-5EB0D13BF41B}"/>
              </a:ext>
            </a:extLst>
          </p:cNvPr>
          <p:cNvSpPr/>
          <p:nvPr/>
        </p:nvSpPr>
        <p:spPr>
          <a:xfrm>
            <a:off x="710836" y="357668"/>
            <a:ext cx="850832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Project Name</a:t>
            </a:r>
            <a:endParaRPr sz="2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A1A0151-FB0C-7BB9-6439-87CD3D0AF7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6731" y="2263045"/>
            <a:ext cx="3717684" cy="13181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 size, features &amp; sample columns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cleaning summary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 rows (small table)</a:t>
            </a:r>
          </a:p>
        </p:txBody>
      </p:sp>
    </p:spTree>
    <p:extLst>
      <p:ext uri="{BB962C8B-B14F-4D97-AF65-F5344CB8AC3E}">
        <p14:creationId xmlns:p14="http://schemas.microsoft.com/office/powerpoint/2010/main" val="25559646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27B308FF-814A-D289-9712-1F1355171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2">
            <a:extLst>
              <a:ext uri="{FF2B5EF4-FFF2-40B4-BE49-F238E27FC236}">
                <a16:creationId xmlns:a16="http://schemas.microsoft.com/office/drawing/2014/main" id="{5F3AD51A-CFAA-1F26-F161-083875E52E0C}"/>
              </a:ext>
            </a:extLst>
          </p:cNvPr>
          <p:cNvGrpSpPr/>
          <p:nvPr/>
        </p:nvGrpSpPr>
        <p:grpSpPr>
          <a:xfrm>
            <a:off x="710836" y="1583927"/>
            <a:ext cx="4379913" cy="278172"/>
            <a:chOff x="4181256" y="3224809"/>
            <a:chExt cx="4379913" cy="278172"/>
          </a:xfrm>
        </p:grpSpPr>
        <p:sp>
          <p:nvSpPr>
            <p:cNvPr id="89" name="Google Shape;89;p2">
              <a:extLst>
                <a:ext uri="{FF2B5EF4-FFF2-40B4-BE49-F238E27FC236}">
                  <a16:creationId xmlns:a16="http://schemas.microsoft.com/office/drawing/2014/main" id="{DD15EF8D-9EA7-264A-2B45-B5267B60EB9C}"/>
                </a:ext>
              </a:extLst>
            </p:cNvPr>
            <p:cNvSpPr/>
            <p:nvPr/>
          </p:nvSpPr>
          <p:spPr>
            <a:xfrm>
              <a:off x="4364136" y="3225982"/>
              <a:ext cx="419703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 dirty="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Project Screenshots / Project Designs</a:t>
              </a:r>
              <a:endParaRPr dirty="0"/>
            </a:p>
          </p:txBody>
        </p:sp>
        <p:sp>
          <p:nvSpPr>
            <p:cNvPr id="90" name="Google Shape;90;p2">
              <a:extLst>
                <a:ext uri="{FF2B5EF4-FFF2-40B4-BE49-F238E27FC236}">
                  <a16:creationId xmlns:a16="http://schemas.microsoft.com/office/drawing/2014/main" id="{4BD15D64-4EDF-81F2-630F-6728A8C9C96F}"/>
                </a:ext>
              </a:extLst>
            </p:cNvPr>
            <p:cNvSpPr/>
            <p:nvPr/>
          </p:nvSpPr>
          <p:spPr>
            <a:xfrm>
              <a:off x="4181256" y="3224809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6CD51A9C-B4FA-0069-9BDF-C6CB1005BB81}"/>
              </a:ext>
            </a:extLst>
          </p:cNvPr>
          <p:cNvSpPr/>
          <p:nvPr/>
        </p:nvSpPr>
        <p:spPr>
          <a:xfrm>
            <a:off x="710836" y="357668"/>
            <a:ext cx="850832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Project Name</a:t>
            </a:r>
            <a:endParaRPr sz="2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C2E9EF-54E7-A8DF-E645-3A8D210D40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9625" y="2303771"/>
            <a:ext cx="2621230" cy="16143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  <a:tabLst>
                <a:tab pos="447675" algn="l"/>
              </a:tabLst>
            </a:pPr>
            <a:r>
              <a:rPr lang="en-US" dirty="0"/>
              <a:t>Insert UI designs, </a:t>
            </a:r>
          </a:p>
          <a:p>
            <a:pPr marL="285750" lvl="0" indent="-28575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  <a:tabLst>
                <a:tab pos="447675" algn="l"/>
              </a:tabLst>
            </a:pPr>
            <a:r>
              <a:rPr lang="en-US" dirty="0"/>
              <a:t>model output screenshots, </a:t>
            </a:r>
          </a:p>
          <a:p>
            <a:pPr marL="285750" lvl="0" indent="-28575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  <a:tabLst>
                <a:tab pos="447675" algn="l"/>
              </a:tabLst>
            </a:pPr>
            <a:r>
              <a:rPr lang="en-US" dirty="0"/>
              <a:t>architecture visuals, etc.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09279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F7BEB051-8142-E367-3920-D6E37DF73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2">
            <a:extLst>
              <a:ext uri="{FF2B5EF4-FFF2-40B4-BE49-F238E27FC236}">
                <a16:creationId xmlns:a16="http://schemas.microsoft.com/office/drawing/2014/main" id="{41718C6F-B8DE-CA8A-240E-68218888EE1A}"/>
              </a:ext>
            </a:extLst>
          </p:cNvPr>
          <p:cNvGrpSpPr/>
          <p:nvPr/>
        </p:nvGrpSpPr>
        <p:grpSpPr>
          <a:xfrm>
            <a:off x="710836" y="1583927"/>
            <a:ext cx="4379913" cy="278172"/>
            <a:chOff x="4181256" y="3224809"/>
            <a:chExt cx="4379913" cy="278172"/>
          </a:xfrm>
        </p:grpSpPr>
        <p:sp>
          <p:nvSpPr>
            <p:cNvPr id="89" name="Google Shape;89;p2">
              <a:extLst>
                <a:ext uri="{FF2B5EF4-FFF2-40B4-BE49-F238E27FC236}">
                  <a16:creationId xmlns:a16="http://schemas.microsoft.com/office/drawing/2014/main" id="{5EE604B8-B3E1-8475-4C2B-66D771237611}"/>
                </a:ext>
              </a:extLst>
            </p:cNvPr>
            <p:cNvSpPr/>
            <p:nvPr/>
          </p:nvSpPr>
          <p:spPr>
            <a:xfrm>
              <a:off x="4364136" y="3225982"/>
              <a:ext cx="419703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 dirty="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Results &amp; Performance</a:t>
              </a:r>
              <a:endParaRPr dirty="0"/>
            </a:p>
          </p:txBody>
        </p:sp>
        <p:sp>
          <p:nvSpPr>
            <p:cNvPr id="90" name="Google Shape;90;p2">
              <a:extLst>
                <a:ext uri="{FF2B5EF4-FFF2-40B4-BE49-F238E27FC236}">
                  <a16:creationId xmlns:a16="http://schemas.microsoft.com/office/drawing/2014/main" id="{49983E4E-AEDD-2034-DC42-A184C1C02DCD}"/>
                </a:ext>
              </a:extLst>
            </p:cNvPr>
            <p:cNvSpPr/>
            <p:nvPr/>
          </p:nvSpPr>
          <p:spPr>
            <a:xfrm>
              <a:off x="4181256" y="3224809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0E6A5745-51F5-A468-15F6-90E7A5604CDA}"/>
              </a:ext>
            </a:extLst>
          </p:cNvPr>
          <p:cNvSpPr/>
          <p:nvPr/>
        </p:nvSpPr>
        <p:spPr>
          <a:xfrm>
            <a:off x="710836" y="357668"/>
            <a:ext cx="850832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Project Name</a:t>
            </a:r>
            <a:endParaRPr sz="2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BE643A-C509-D540-A303-6D26B8B5A3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5707" y="2042720"/>
            <a:ext cx="2722220" cy="3230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47675" algn="l"/>
              </a:tabLs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 / Final Outcome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47675" algn="l"/>
              </a:tabLs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findings</a:t>
            </a:r>
          </a:p>
          <a:p>
            <a:pPr marL="285750" lvl="0" indent="-28575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  <a:tabLst>
                <a:tab pos="447675" algn="l"/>
              </a:tabLst>
            </a:pPr>
            <a:r>
              <a:rPr lang="en-IN" dirty="0"/>
              <a:t>Challenges Faced</a:t>
            </a:r>
          </a:p>
          <a:p>
            <a:pPr marL="285750" lvl="0" indent="-28575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  <a:tabLst>
                <a:tab pos="447675" algn="l"/>
              </a:tabLst>
            </a:pPr>
            <a:r>
              <a:rPr lang="en-IN" dirty="0"/>
              <a:t>Future Scope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  <a:tabLst>
                <a:tab pos="447675" algn="l"/>
              </a:tabLst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</a:rPr>
              <a:t>Features to be added</a:t>
            </a:r>
          </a:p>
          <a:p>
            <a:pPr marL="285750" lvl="0" indent="-28575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  <a:tabLst>
                <a:tab pos="447675" algn="l"/>
              </a:tabLst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</a:rPr>
              <a:t>Scaling or deployment plans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0611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-1" y="0"/>
            <a:ext cx="9902826" cy="6858000"/>
            <a:chOff x="-1" y="0"/>
            <a:chExt cx="9902826" cy="6858000"/>
          </a:xfrm>
        </p:grpSpPr>
        <p:pic>
          <p:nvPicPr>
            <p:cNvPr id="11" name="그림 2">
              <a:extLst>
                <a:ext uri="{FF2B5EF4-FFF2-40B4-BE49-F238E27FC236}">
                  <a16:creationId xmlns:a16="http://schemas.microsoft.com/office/drawing/2014/main" id="{5DB88D6A-0437-41B5-8719-35E861A5624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2198"/>
              <a:ext cx="9902825" cy="6855802"/>
            </a:xfrm>
            <a:prstGeom prst="rect">
              <a:avLst/>
            </a:prstGeom>
          </p:spPr>
        </p:pic>
        <p:sp>
          <p:nvSpPr>
            <p:cNvPr id="13" name="직사각형 17">
              <a:extLst>
                <a:ext uri="{FF2B5EF4-FFF2-40B4-BE49-F238E27FC236}">
                  <a16:creationId xmlns:a16="http://schemas.microsoft.com/office/drawing/2014/main" id="{789C5074-4DAE-4026-AD47-B9945924B2E2}"/>
                </a:ext>
              </a:extLst>
            </p:cNvPr>
            <p:cNvSpPr/>
            <p:nvPr/>
          </p:nvSpPr>
          <p:spPr>
            <a:xfrm>
              <a:off x="-1" y="0"/>
              <a:ext cx="9902826" cy="6858000"/>
            </a:xfrm>
            <a:prstGeom prst="rect">
              <a:avLst/>
            </a:prstGeom>
            <a:solidFill>
              <a:schemeClr val="tx1">
                <a:alpha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msungOne 400" panose="020B0503030303020204" pitchFamily="34" charset="0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14" name="직선 연결선 11">
              <a:extLst>
                <a:ext uri="{FF2B5EF4-FFF2-40B4-BE49-F238E27FC236}">
                  <a16:creationId xmlns:a16="http://schemas.microsoft.com/office/drawing/2014/main" id="{8F374A7D-F260-4587-9A59-12BC85A3DDC1}"/>
                </a:ext>
              </a:extLst>
            </p:cNvPr>
            <p:cNvCxnSpPr/>
            <p:nvPr/>
          </p:nvCxnSpPr>
          <p:spPr>
            <a:xfrm>
              <a:off x="656391" y="2327183"/>
              <a:ext cx="0" cy="1976055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직사각형 133">
              <a:extLst>
                <a:ext uri="{FF2B5EF4-FFF2-40B4-BE49-F238E27FC236}">
                  <a16:creationId xmlns:a16="http://schemas.microsoft.com/office/drawing/2014/main" id="{D24015EF-24A9-454E-B555-41065A382381}"/>
                </a:ext>
              </a:extLst>
            </p:cNvPr>
            <p:cNvSpPr/>
            <p:nvPr/>
          </p:nvSpPr>
          <p:spPr>
            <a:xfrm>
              <a:off x="848337" y="2399574"/>
              <a:ext cx="8398097" cy="183127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  <a:scene3d>
                <a:camera prst="orthographicFront"/>
                <a:lightRig rig="threePt" dir="t"/>
              </a:scene3d>
              <a:sp3d>
                <a:bevelT w="0" h="6350"/>
              </a:sp3d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55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j-lt"/>
                  <a:ea typeface="Samsung Sharp Sans" pitchFamily="2" charset="0"/>
                  <a:cs typeface="Samsung Sharp Sans" pitchFamily="2" charset="0"/>
                </a:rPr>
                <a:t>Thank You</a:t>
              </a: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altLang="ko-KR" sz="2400" b="1" kern="1200" dirty="0">
                <a:solidFill>
                  <a:prstClr val="white"/>
                </a:solidFill>
                <a:latin typeface="+mj-lt"/>
                <a:ea typeface="Samsung Sharp Sans" pitchFamily="2" charset="0"/>
                <a:cs typeface="Samsung Sharp Sans" pitchFamily="2" charset="0"/>
              </a:endParaRPr>
            </a:p>
            <a:p>
              <a:pPr lvl="0" latinLnBrk="1">
                <a:buClrTx/>
                <a:defRPr/>
              </a:pPr>
              <a:r>
                <a:rPr lang="en-IN" sz="4000" b="1" dirty="0"/>
                <a:t>Open for questions</a:t>
              </a:r>
              <a:endParaRPr kumimoji="0" lang="en-US" altLang="ko-KR" sz="5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Samsung Sharp Sans" pitchFamily="2" charset="0"/>
                <a:cs typeface="Samsung Sharp Sans" pitchFamily="2" charset="0"/>
              </a:endParaRPr>
            </a:p>
          </p:txBody>
        </p:sp>
      </p:grpSp>
      <p:cxnSp>
        <p:nvCxnSpPr>
          <p:cNvPr id="21" name="직선 연결선 8">
            <a:extLst>
              <a:ext uri="{FF2B5EF4-FFF2-40B4-BE49-F238E27FC236}">
                <a16:creationId xmlns:a16="http://schemas.microsoft.com/office/drawing/2014/main" id="{25DE7436-47BD-40B7-92CB-A7CD2878D696}"/>
              </a:ext>
            </a:extLst>
          </p:cNvPr>
          <p:cNvCxnSpPr/>
          <p:nvPr/>
        </p:nvCxnSpPr>
        <p:spPr>
          <a:xfrm>
            <a:off x="569681" y="6209429"/>
            <a:ext cx="877434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7">
            <a:extLst>
              <a:ext uri="{FF2B5EF4-FFF2-40B4-BE49-F238E27FC236}">
                <a16:creationId xmlns:a16="http://schemas.microsoft.com/office/drawing/2014/main" id="{7FDCF192-C90A-4624-9B5C-7829663CF369}"/>
              </a:ext>
            </a:extLst>
          </p:cNvPr>
          <p:cNvSpPr/>
          <p:nvPr/>
        </p:nvSpPr>
        <p:spPr>
          <a:xfrm>
            <a:off x="572597" y="6355371"/>
            <a:ext cx="2888788" cy="2000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algn="l"/>
            <a:r>
              <a:rPr lang="en-US" altLang="ko-KR" sz="1300" b="0" dirty="0">
                <a:solidFill>
                  <a:schemeClr val="bg1">
                    <a:lumMod val="50000"/>
                  </a:schemeClr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rPr>
              <a:t>Samsung Innovation Campus</a:t>
            </a:r>
          </a:p>
        </p:txBody>
      </p:sp>
    </p:spTree>
    <p:extLst>
      <p:ext uri="{BB962C8B-B14F-4D97-AF65-F5344CB8AC3E}">
        <p14:creationId xmlns:p14="http://schemas.microsoft.com/office/powerpoint/2010/main" val="29037022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테마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246</Words>
  <Application>Microsoft Office PowerPoint</Application>
  <PresentationFormat>Custom</PresentationFormat>
  <Paragraphs>56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Malgun Gothic</vt:lpstr>
      <vt:lpstr>Arial</vt:lpstr>
      <vt:lpstr>Calibri</vt:lpstr>
      <vt:lpstr>Samsung Sharp Sans Bold</vt:lpstr>
      <vt:lpstr>SamsungOne 400</vt:lpstr>
      <vt:lpstr>SamsungSharpSans-Medium</vt:lpstr>
      <vt:lpstr>Office Theme</vt:lpstr>
      <vt:lpstr>Project Name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Soon Yong Chang</dc:creator>
  <cp:lastModifiedBy>Praveen Singh</cp:lastModifiedBy>
  <cp:revision>2</cp:revision>
  <dcterms:created xsi:type="dcterms:W3CDTF">2019-07-06T14:12:49Z</dcterms:created>
  <dcterms:modified xsi:type="dcterms:W3CDTF">2026-01-30T06:20:20Z</dcterms:modified>
</cp:coreProperties>
</file>