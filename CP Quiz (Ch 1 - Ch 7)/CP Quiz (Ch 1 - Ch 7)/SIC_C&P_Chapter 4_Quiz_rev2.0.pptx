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omments/modernComment_BCC_EC0F3BC6.xml" ContentType="application/vnd.ms-powerpoint.comment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76" r:id="rId1"/>
  </p:sldMasterIdLst>
  <p:notesMasterIdLst>
    <p:notesMasterId r:id="rId14"/>
  </p:notesMasterIdLst>
  <p:sldIdLst>
    <p:sldId id="3018" r:id="rId2"/>
    <p:sldId id="3020" r:id="rId3"/>
    <p:sldId id="2971" r:id="rId4"/>
    <p:sldId id="3033" r:id="rId5"/>
    <p:sldId id="3034" r:id="rId6"/>
    <p:sldId id="3035" r:id="rId7"/>
    <p:sldId id="3025" r:id="rId8"/>
    <p:sldId id="3026" r:id="rId9"/>
    <p:sldId id="3027" r:id="rId10"/>
    <p:sldId id="3028" r:id="rId11"/>
    <p:sldId id="3029" r:id="rId12"/>
    <p:sldId id="3031" r:id="rId13"/>
  </p:sldIdLst>
  <p:sldSz cx="9906000" cy="6858000" type="A4"/>
  <p:notesSz cx="6797675" cy="9926638"/>
  <p:embeddedFontLst>
    <p:embeddedFont>
      <p:font typeface="SamsungOne-400" panose="020B0503030303020204" pitchFamily="34" charset="0"/>
      <p:regular r:id="rId15"/>
    </p:embeddedFont>
    <p:embeddedFont>
      <p:font typeface="Arial Unicode MS" panose="020B0604020202020204" pitchFamily="50" charset="-127"/>
      <p:regular r:id="rId16"/>
    </p:embeddedFont>
    <p:embeddedFont>
      <p:font typeface="D2Coding" panose="020B0609020101020101" pitchFamily="49" charset="-127"/>
      <p:regular r:id="rId17"/>
      <p:bold r:id="rId18"/>
    </p:embeddedFont>
    <p:embeddedFont>
      <p:font typeface="맑은 고딕" panose="020B0503020000020004" pitchFamily="50" charset="-127"/>
      <p:regular r:id="rId19"/>
      <p:bold r:id="rId20"/>
    </p:embeddedFont>
    <p:embeddedFont>
      <p:font typeface="SamsungOne-400C" panose="020B0506030303020204" pitchFamily="34" charset="0"/>
      <p:regular r:id="rId21"/>
    </p:embeddedFont>
    <p:embeddedFont>
      <p:font typeface="Samsung Sharp Sans Bold" pitchFamily="2" charset="0"/>
      <p:bold r:id="rId22"/>
    </p:embeddedFont>
    <p:embeddedFont>
      <p:font typeface="Samsung Sharp Sans Medium" pitchFamily="2" charset="0"/>
      <p:bold r:id="rId23"/>
    </p:embeddedFont>
    <p:embeddedFont>
      <p:font typeface="SamsungOne 400" panose="020B0503030303020204" pitchFamily="34" charset="0"/>
      <p:regular r:id="rId24"/>
    </p:embeddedFont>
    <p:embeddedFont>
      <p:font typeface="Samsung Sharp Sans" pitchFamily="2" charset="0"/>
      <p:bold r:id="rId25"/>
    </p:embeddedFont>
    <p:embeddedFont>
      <p:font typeface="Malgun Gothic Semilight" panose="020B0502040204020203" pitchFamily="50" charset="-127"/>
      <p:regular r:id="rId26"/>
    </p:embeddedFont>
  </p:embeddedFontLst>
  <p:defaultTextStyle>
    <a:defPPr>
      <a:defRPr lang="ko-KR"/>
    </a:defPPr>
    <a:lvl1pPr algn="l" rtl="0" fontAlgn="base" latinLnBrk="1">
      <a:spcBef>
        <a:spcPct val="0"/>
      </a:spcBef>
      <a:spcAft>
        <a:spcPct val="0"/>
      </a:spcAft>
      <a:defRPr kumimoji="1" kern="1200">
        <a:solidFill>
          <a:schemeClr val="tx1"/>
        </a:solidFill>
        <a:latin typeface="굴림" charset="-127"/>
        <a:ea typeface="맑은 고딕"/>
        <a:cs typeface="맑은 고딕"/>
      </a:defRPr>
    </a:lvl1pPr>
    <a:lvl2pPr marL="457200" algn="l" rtl="0" fontAlgn="base" latinLnBrk="1">
      <a:spcBef>
        <a:spcPct val="0"/>
      </a:spcBef>
      <a:spcAft>
        <a:spcPct val="0"/>
      </a:spcAft>
      <a:defRPr kumimoji="1" kern="1200">
        <a:solidFill>
          <a:schemeClr val="tx1"/>
        </a:solidFill>
        <a:latin typeface="굴림" charset="-127"/>
        <a:ea typeface="맑은 고딕"/>
        <a:cs typeface="맑은 고딕"/>
      </a:defRPr>
    </a:lvl2pPr>
    <a:lvl3pPr marL="914400" algn="l" rtl="0" fontAlgn="base" latinLnBrk="1">
      <a:spcBef>
        <a:spcPct val="0"/>
      </a:spcBef>
      <a:spcAft>
        <a:spcPct val="0"/>
      </a:spcAft>
      <a:defRPr kumimoji="1" kern="1200">
        <a:solidFill>
          <a:schemeClr val="tx1"/>
        </a:solidFill>
        <a:latin typeface="굴림" charset="-127"/>
        <a:ea typeface="맑은 고딕"/>
        <a:cs typeface="맑은 고딕"/>
      </a:defRPr>
    </a:lvl3pPr>
    <a:lvl4pPr marL="1371600" algn="l" rtl="0" fontAlgn="base" latinLnBrk="1">
      <a:spcBef>
        <a:spcPct val="0"/>
      </a:spcBef>
      <a:spcAft>
        <a:spcPct val="0"/>
      </a:spcAft>
      <a:defRPr kumimoji="1" kern="1200">
        <a:solidFill>
          <a:schemeClr val="tx1"/>
        </a:solidFill>
        <a:latin typeface="굴림" charset="-127"/>
        <a:ea typeface="맑은 고딕"/>
        <a:cs typeface="맑은 고딕"/>
      </a:defRPr>
    </a:lvl4pPr>
    <a:lvl5pPr marL="1828800" algn="l" rtl="0" fontAlgn="base" latinLnBrk="1">
      <a:spcBef>
        <a:spcPct val="0"/>
      </a:spcBef>
      <a:spcAft>
        <a:spcPct val="0"/>
      </a:spcAft>
      <a:defRPr kumimoji="1" kern="1200">
        <a:solidFill>
          <a:schemeClr val="tx1"/>
        </a:solidFill>
        <a:latin typeface="굴림" charset="-127"/>
        <a:ea typeface="맑은 고딕"/>
        <a:cs typeface="맑은 고딕"/>
      </a:defRPr>
    </a:lvl5pPr>
    <a:lvl6pPr marL="2286000" algn="l" defTabSz="914400" rtl="0" eaLnBrk="1" latinLnBrk="1" hangingPunct="1">
      <a:defRPr kumimoji="1" kern="1200">
        <a:solidFill>
          <a:schemeClr val="tx1"/>
        </a:solidFill>
        <a:latin typeface="굴림" charset="-127"/>
        <a:ea typeface="맑은 고딕"/>
        <a:cs typeface="맑은 고딕"/>
      </a:defRPr>
    </a:lvl6pPr>
    <a:lvl7pPr marL="2743200" algn="l" defTabSz="914400" rtl="0" eaLnBrk="1" latinLnBrk="1" hangingPunct="1">
      <a:defRPr kumimoji="1" kern="1200">
        <a:solidFill>
          <a:schemeClr val="tx1"/>
        </a:solidFill>
        <a:latin typeface="굴림" charset="-127"/>
        <a:ea typeface="맑은 고딕"/>
        <a:cs typeface="맑은 고딕"/>
      </a:defRPr>
    </a:lvl7pPr>
    <a:lvl8pPr marL="3200400" algn="l" defTabSz="914400" rtl="0" eaLnBrk="1" latinLnBrk="1" hangingPunct="1">
      <a:defRPr kumimoji="1" kern="1200">
        <a:solidFill>
          <a:schemeClr val="tx1"/>
        </a:solidFill>
        <a:latin typeface="굴림" charset="-127"/>
        <a:ea typeface="맑은 고딕"/>
        <a:cs typeface="맑은 고딕"/>
      </a:defRPr>
    </a:lvl8pPr>
    <a:lvl9pPr marL="3657600" algn="l" defTabSz="914400" rtl="0" eaLnBrk="1" latinLnBrk="1" hangingPunct="1">
      <a:defRPr kumimoji="1" kern="1200">
        <a:solidFill>
          <a:schemeClr val="tx1"/>
        </a:solidFill>
        <a:latin typeface="굴림" charset="-127"/>
        <a:ea typeface="맑은 고딕"/>
        <a:cs typeface="맑은 고딕"/>
      </a:defRPr>
    </a:lvl9pPr>
  </p:defaultTextStyle>
  <p:extLst>
    <p:ext uri="{521415D9-36F7-43E2-AB2F-B90AF26B5E84}">
      <p14:sectionLst xmlns:p14="http://schemas.microsoft.com/office/powerpoint/2010/main">
        <p14:section name="Introduction" id="{C50C7387-EA84-4D30-9098-AF7FF6D3A976}">
          <p14:sldIdLst>
            <p14:sldId id="3018"/>
            <p14:sldId id="3020"/>
          </p14:sldIdLst>
        </p14:section>
        <p14:section name="Unit 22" id="{9A8A9D25-11F2-4C7D-8B83-EF26535281C8}">
          <p14:sldIdLst>
            <p14:sldId id="2971"/>
            <p14:sldId id="3033"/>
          </p14:sldIdLst>
        </p14:section>
        <p14:section name="Unit 23" id="{378F446D-3BC4-4328-8F0B-AAE9D4E9A909}">
          <p14:sldIdLst>
            <p14:sldId id="3034"/>
            <p14:sldId id="3035"/>
          </p14:sldIdLst>
        </p14:section>
        <p14:section name="Unit 24" id="{C7C9B4AF-26CE-46D5-8CCC-B0C098432B9D}">
          <p14:sldIdLst>
            <p14:sldId id="3025"/>
            <p14:sldId id="3026"/>
          </p14:sldIdLst>
        </p14:section>
        <p14:section name="Unit 25" id="{BD4F254D-9581-4C45-918B-3E1D632F790D}">
          <p14:sldIdLst>
            <p14:sldId id="3027"/>
            <p14:sldId id="3028"/>
          </p14:sldIdLst>
        </p14:section>
        <p14:section name="Unit 26" id="{F55198E5-1AD6-4AE4-BB33-389D4DA1D5B0}">
          <p14:sldIdLst>
            <p14:sldId id="3029"/>
            <p14:sldId id="3031"/>
          </p14:sldIdLst>
        </p14:section>
      </p14:sectionLst>
    </p:ext>
    <p:ext uri="{EFAFB233-063F-42B5-8137-9DF3F51BA10A}">
      <p15:sldGuideLst xmlns:p15="http://schemas.microsoft.com/office/powerpoint/2012/main">
        <p15:guide id="1" orient="horz" pos="777" userDrawn="1">
          <p15:clr>
            <a:srgbClr val="A4A3A4"/>
          </p15:clr>
        </p15:guide>
        <p15:guide id="2" pos="396" userDrawn="1">
          <p15:clr>
            <a:srgbClr val="A4A3A4"/>
          </p15:clr>
        </p15:guide>
        <p15:guide id="3" orient="horz" pos="1464"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F7F7F7"/>
    <a:srgbClr val="007375"/>
    <a:srgbClr val="B237FE"/>
    <a:srgbClr val="508000"/>
    <a:srgbClr val="1429A0"/>
    <a:srgbClr val="B1DAEC"/>
    <a:srgbClr val="ECEFF6"/>
    <a:srgbClr val="F1F1F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212DA7-45D6-44BA-850F-520819CE36D3}" v="3" dt="2021-11-04T00:55:57.465"/>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밝은 스타일 3 - 강조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87" autoAdjust="0"/>
    <p:restoredTop sz="94771" autoAdjust="0"/>
  </p:normalViewPr>
  <p:slideViewPr>
    <p:cSldViewPr snapToGrid="0">
      <p:cViewPr varScale="1">
        <p:scale>
          <a:sx n="80" d="100"/>
          <a:sy n="80" d="100"/>
        </p:scale>
        <p:origin x="1341" y="55"/>
      </p:cViewPr>
      <p:guideLst>
        <p:guide orient="horz" pos="777"/>
        <p:guide pos="396"/>
        <p:guide orient="horz" pos="1464"/>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7080"/>
    </p:cViewPr>
  </p:sorterViewPr>
  <p:notesViewPr>
    <p:cSldViewPr snapToGrid="0" showGuides="1">
      <p:cViewPr>
        <p:scale>
          <a:sx n="50" d="100"/>
          <a:sy n="50" d="100"/>
        </p:scale>
        <p:origin x="5622" y="2058"/>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박동규" userId="cebcdd3f-733e-4af1-b963-9742717e494c" providerId="ADAL" clId="{E4212DA7-45D6-44BA-850F-520819CE36D3}"/>
    <pc:docChg chg="undo custSel addSld delSld modSld modSection">
      <pc:chgData name="박동규" userId="cebcdd3f-733e-4af1-b963-9742717e494c" providerId="ADAL" clId="{E4212DA7-45D6-44BA-850F-520819CE36D3}" dt="2021-11-04T01:49:41.389" v="105"/>
      <pc:docMkLst>
        <pc:docMk/>
      </pc:docMkLst>
      <pc:sldChg chg="modSp mod">
        <pc:chgData name="박동규" userId="cebcdd3f-733e-4af1-b963-9742717e494c" providerId="ADAL" clId="{E4212DA7-45D6-44BA-850F-520819CE36D3}" dt="2021-11-04T01:48:51.226" v="104" actId="20577"/>
        <pc:sldMkLst>
          <pc:docMk/>
          <pc:sldMk cId="1687910065" sldId="2526"/>
        </pc:sldMkLst>
        <pc:spChg chg="mod">
          <ac:chgData name="박동규" userId="cebcdd3f-733e-4af1-b963-9742717e494c" providerId="ADAL" clId="{E4212DA7-45D6-44BA-850F-520819CE36D3}" dt="2021-11-04T01:48:51.226" v="104" actId="20577"/>
          <ac:spMkLst>
            <pc:docMk/>
            <pc:sldMk cId="1687910065" sldId="2526"/>
            <ac:spMk id="7" creationId="{098B3BC4-54EF-41AF-855E-5709EC4F2206}"/>
          </ac:spMkLst>
        </pc:spChg>
      </pc:sldChg>
      <pc:sldChg chg="modSp mod">
        <pc:chgData name="박동규" userId="cebcdd3f-733e-4af1-b963-9742717e494c" providerId="ADAL" clId="{E4212DA7-45D6-44BA-850F-520819CE36D3}" dt="2021-11-04T00:21:02.192" v="22"/>
        <pc:sldMkLst>
          <pc:docMk/>
          <pc:sldMk cId="1862257395" sldId="2586"/>
        </pc:sldMkLst>
        <pc:spChg chg="mod">
          <ac:chgData name="박동규" userId="cebcdd3f-733e-4af1-b963-9742717e494c" providerId="ADAL" clId="{E4212DA7-45D6-44BA-850F-520819CE36D3}" dt="2021-11-04T00:21:02.192" v="22"/>
          <ac:spMkLst>
            <pc:docMk/>
            <pc:sldMk cId="1862257395" sldId="2586"/>
            <ac:spMk id="7" creationId="{098B3BC4-54EF-41AF-855E-5709EC4F2206}"/>
          </ac:spMkLst>
        </pc:spChg>
      </pc:sldChg>
      <pc:sldChg chg="addSp modSp add">
        <pc:chgData name="박동규" userId="cebcdd3f-733e-4af1-b963-9742717e494c" providerId="ADAL" clId="{E4212DA7-45D6-44BA-850F-520819CE36D3}" dt="2021-11-04T00:55:57.465" v="39"/>
        <pc:sldMkLst>
          <pc:docMk/>
          <pc:sldMk cId="3822211056" sldId="2587"/>
        </pc:sldMkLst>
        <pc:spChg chg="add mod">
          <ac:chgData name="박동규" userId="cebcdd3f-733e-4af1-b963-9742717e494c" providerId="ADAL" clId="{E4212DA7-45D6-44BA-850F-520819CE36D3}" dt="2021-11-04T00:55:57.465" v="39"/>
          <ac:spMkLst>
            <pc:docMk/>
            <pc:sldMk cId="3822211056" sldId="2587"/>
            <ac:spMk id="11" creationId="{A6C4B92D-D856-48F6-B621-0D35AA45FBFA}"/>
          </ac:spMkLst>
        </pc:spChg>
      </pc:sldChg>
      <pc:sldChg chg="modSp mod">
        <pc:chgData name="박동규" userId="cebcdd3f-733e-4af1-b963-9742717e494c" providerId="ADAL" clId="{E4212DA7-45D6-44BA-850F-520819CE36D3}" dt="2021-11-04T01:49:41.389" v="105"/>
        <pc:sldMkLst>
          <pc:docMk/>
          <pc:sldMk cId="3929552358" sldId="2656"/>
        </pc:sldMkLst>
        <pc:spChg chg="mod">
          <ac:chgData name="박동규" userId="cebcdd3f-733e-4af1-b963-9742717e494c" providerId="ADAL" clId="{E4212DA7-45D6-44BA-850F-520819CE36D3}" dt="2021-11-04T01:49:41.389" v="105"/>
          <ac:spMkLst>
            <pc:docMk/>
            <pc:sldMk cId="3929552358" sldId="2656"/>
            <ac:spMk id="7" creationId="{098B3BC4-54EF-41AF-855E-5709EC4F2206}"/>
          </ac:spMkLst>
        </pc:spChg>
      </pc:sldChg>
      <pc:sldChg chg="addSp delSp modSp mod">
        <pc:chgData name="박동규" userId="cebcdd3f-733e-4af1-b963-9742717e494c" providerId="ADAL" clId="{E4212DA7-45D6-44BA-850F-520819CE36D3}" dt="2021-11-04T00:32:04.709" v="30" actId="20577"/>
        <pc:sldMkLst>
          <pc:docMk/>
          <pc:sldMk cId="2675816459" sldId="2715"/>
        </pc:sldMkLst>
        <pc:spChg chg="mod">
          <ac:chgData name="박동규" userId="cebcdd3f-733e-4af1-b963-9742717e494c" providerId="ADAL" clId="{E4212DA7-45D6-44BA-850F-520819CE36D3}" dt="2021-11-04T00:32:04.709" v="30" actId="20577"/>
          <ac:spMkLst>
            <pc:docMk/>
            <pc:sldMk cId="2675816459" sldId="2715"/>
            <ac:spMk id="7" creationId="{098B3BC4-54EF-41AF-855E-5709EC4F2206}"/>
          </ac:spMkLst>
        </pc:spChg>
        <pc:picChg chg="add">
          <ac:chgData name="박동규" userId="cebcdd3f-733e-4af1-b963-9742717e494c" providerId="ADAL" clId="{E4212DA7-45D6-44BA-850F-520819CE36D3}" dt="2021-11-04T00:31:46.976" v="27" actId="22"/>
          <ac:picMkLst>
            <pc:docMk/>
            <pc:sldMk cId="2675816459" sldId="2715"/>
            <ac:picMk id="3" creationId="{CDEA5D61-257F-4EB8-96C1-5F6948FA6A6A}"/>
          </ac:picMkLst>
        </pc:picChg>
        <pc:picChg chg="del">
          <ac:chgData name="박동규" userId="cebcdd3f-733e-4af1-b963-9742717e494c" providerId="ADAL" clId="{E4212DA7-45D6-44BA-850F-520819CE36D3}" dt="2021-11-04T00:31:45.501" v="26" actId="478"/>
          <ac:picMkLst>
            <pc:docMk/>
            <pc:sldMk cId="2675816459" sldId="2715"/>
            <ac:picMk id="4" creationId="{D8768A06-272B-46F1-B021-C71C0BD24602}"/>
          </ac:picMkLst>
        </pc:picChg>
      </pc:sldChg>
      <pc:sldChg chg="addSp delSp modSp mod">
        <pc:chgData name="박동규" userId="cebcdd3f-733e-4af1-b963-9742717e494c" providerId="ADAL" clId="{E4212DA7-45D6-44BA-850F-520819CE36D3}" dt="2021-11-04T00:17:00.607" v="21" actId="1076"/>
        <pc:sldMkLst>
          <pc:docMk/>
          <pc:sldMk cId="2822199397" sldId="2798"/>
        </pc:sldMkLst>
        <pc:spChg chg="mod">
          <ac:chgData name="박동규" userId="cebcdd3f-733e-4af1-b963-9742717e494c" providerId="ADAL" clId="{E4212DA7-45D6-44BA-850F-520819CE36D3}" dt="2021-11-04T00:17:00.607" v="21" actId="1076"/>
          <ac:spMkLst>
            <pc:docMk/>
            <pc:sldMk cId="2822199397" sldId="2798"/>
            <ac:spMk id="11" creationId="{2948BCDC-D5A4-4DA7-B485-FC0F0F067CB6}"/>
          </ac:spMkLst>
        </pc:spChg>
        <pc:picChg chg="add del">
          <ac:chgData name="박동규" userId="cebcdd3f-733e-4af1-b963-9742717e494c" providerId="ADAL" clId="{E4212DA7-45D6-44BA-850F-520819CE36D3}" dt="2021-11-04T00:16:27.154" v="16" actId="478"/>
          <ac:picMkLst>
            <pc:docMk/>
            <pc:sldMk cId="2822199397" sldId="2798"/>
            <ac:picMk id="3" creationId="{7C818CC8-E3B5-4289-B497-E7725B1085EC}"/>
          </ac:picMkLst>
        </pc:picChg>
      </pc:sldChg>
      <pc:sldChg chg="modSp mod">
        <pc:chgData name="박동규" userId="cebcdd3f-733e-4af1-b963-9742717e494c" providerId="ADAL" clId="{E4212DA7-45D6-44BA-850F-520819CE36D3}" dt="2021-11-04T01:47:37.946" v="102" actId="20577"/>
        <pc:sldMkLst>
          <pc:docMk/>
          <pc:sldMk cId="2283536802" sldId="2975"/>
        </pc:sldMkLst>
        <pc:spChg chg="mod">
          <ac:chgData name="박동규" userId="cebcdd3f-733e-4af1-b963-9742717e494c" providerId="ADAL" clId="{E4212DA7-45D6-44BA-850F-520819CE36D3}" dt="2021-11-04T01:47:37.946" v="102" actId="20577"/>
          <ac:spMkLst>
            <pc:docMk/>
            <pc:sldMk cId="2283536802" sldId="2975"/>
            <ac:spMk id="12" creationId="{2E7E9385-5F19-434F-9180-C7FCAD49FE85}"/>
          </ac:spMkLst>
        </pc:spChg>
      </pc:sldChg>
      <pc:sldChg chg="modSp mod">
        <pc:chgData name="박동규" userId="cebcdd3f-733e-4af1-b963-9742717e494c" providerId="ADAL" clId="{E4212DA7-45D6-44BA-850F-520819CE36D3}" dt="2021-11-04T00:33:25.005" v="33" actId="20577"/>
        <pc:sldMkLst>
          <pc:docMk/>
          <pc:sldMk cId="1601219893" sldId="2986"/>
        </pc:sldMkLst>
        <pc:spChg chg="mod">
          <ac:chgData name="박동규" userId="cebcdd3f-733e-4af1-b963-9742717e494c" providerId="ADAL" clId="{E4212DA7-45D6-44BA-850F-520819CE36D3}" dt="2021-11-04T00:33:25.005" v="33" actId="20577"/>
          <ac:spMkLst>
            <pc:docMk/>
            <pc:sldMk cId="1601219893" sldId="2986"/>
            <ac:spMk id="7" creationId="{098B3BC4-54EF-41AF-855E-5709EC4F2206}"/>
          </ac:spMkLst>
        </pc:spChg>
      </pc:sldChg>
      <pc:sldChg chg="del">
        <pc:chgData name="박동규" userId="cebcdd3f-733e-4af1-b963-9742717e494c" providerId="ADAL" clId="{E4212DA7-45D6-44BA-850F-520819CE36D3}" dt="2021-11-04T01:05:51.966" v="54" actId="47"/>
        <pc:sldMkLst>
          <pc:docMk/>
          <pc:sldMk cId="3423196370" sldId="2988"/>
        </pc:sldMkLst>
      </pc:sldChg>
      <pc:sldChg chg="modSp mod">
        <pc:chgData name="박동규" userId="cebcdd3f-733e-4af1-b963-9742717e494c" providerId="ADAL" clId="{E4212DA7-45D6-44BA-850F-520819CE36D3}" dt="2021-11-04T00:46:32.773" v="36" actId="1076"/>
        <pc:sldMkLst>
          <pc:docMk/>
          <pc:sldMk cId="1300875742" sldId="2990"/>
        </pc:sldMkLst>
        <pc:spChg chg="mod">
          <ac:chgData name="박동규" userId="cebcdd3f-733e-4af1-b963-9742717e494c" providerId="ADAL" clId="{E4212DA7-45D6-44BA-850F-520819CE36D3}" dt="2021-11-04T00:46:29.429" v="35"/>
          <ac:spMkLst>
            <pc:docMk/>
            <pc:sldMk cId="1300875742" sldId="2990"/>
            <ac:spMk id="7" creationId="{098B3BC4-54EF-41AF-855E-5709EC4F2206}"/>
          </ac:spMkLst>
        </pc:spChg>
        <pc:picChg chg="mod">
          <ac:chgData name="박동규" userId="cebcdd3f-733e-4af1-b963-9742717e494c" providerId="ADAL" clId="{E4212DA7-45D6-44BA-850F-520819CE36D3}" dt="2021-11-04T00:46:32.773" v="36" actId="1076"/>
          <ac:picMkLst>
            <pc:docMk/>
            <pc:sldMk cId="1300875742" sldId="2990"/>
            <ac:picMk id="11" creationId="{F91E95F0-09BC-478D-9A29-E50FF90834BF}"/>
          </ac:picMkLst>
        </pc:picChg>
      </pc:sldChg>
      <pc:sldChg chg="modSp mod">
        <pc:chgData name="박동규" userId="cebcdd3f-733e-4af1-b963-9742717e494c" providerId="ADAL" clId="{E4212DA7-45D6-44BA-850F-520819CE36D3}" dt="2021-11-04T00:50:07.051" v="37"/>
        <pc:sldMkLst>
          <pc:docMk/>
          <pc:sldMk cId="3397613258" sldId="2992"/>
        </pc:sldMkLst>
        <pc:spChg chg="mod">
          <ac:chgData name="박동규" userId="cebcdd3f-733e-4af1-b963-9742717e494c" providerId="ADAL" clId="{E4212DA7-45D6-44BA-850F-520819CE36D3}" dt="2021-11-04T00:50:07.051" v="37"/>
          <ac:spMkLst>
            <pc:docMk/>
            <pc:sldMk cId="3397613258" sldId="2992"/>
            <ac:spMk id="7" creationId="{098B3BC4-54EF-41AF-855E-5709EC4F2206}"/>
          </ac:spMkLst>
        </pc:spChg>
      </pc:sldChg>
      <pc:sldChg chg="modSp mod">
        <pc:chgData name="박동규" userId="cebcdd3f-733e-4af1-b963-9742717e494c" providerId="ADAL" clId="{E4212DA7-45D6-44BA-850F-520819CE36D3}" dt="2021-11-04T01:08:16.306" v="55"/>
        <pc:sldMkLst>
          <pc:docMk/>
          <pc:sldMk cId="2908122821" sldId="2994"/>
        </pc:sldMkLst>
        <pc:spChg chg="mod">
          <ac:chgData name="박동규" userId="cebcdd3f-733e-4af1-b963-9742717e494c" providerId="ADAL" clId="{E4212DA7-45D6-44BA-850F-520819CE36D3}" dt="2021-11-04T01:08:16.306" v="55"/>
          <ac:spMkLst>
            <pc:docMk/>
            <pc:sldMk cId="2908122821" sldId="2994"/>
            <ac:spMk id="7" creationId="{098B3BC4-54EF-41AF-855E-5709EC4F2206}"/>
          </ac:spMkLst>
        </pc:spChg>
      </pc:sldChg>
      <pc:sldChg chg="modSp mod">
        <pc:chgData name="박동규" userId="cebcdd3f-733e-4af1-b963-9742717e494c" providerId="ADAL" clId="{E4212DA7-45D6-44BA-850F-520819CE36D3}" dt="2021-11-04T01:10:17.610" v="59" actId="1076"/>
        <pc:sldMkLst>
          <pc:docMk/>
          <pc:sldMk cId="4182535131" sldId="2996"/>
        </pc:sldMkLst>
        <pc:spChg chg="mod">
          <ac:chgData name="박동규" userId="cebcdd3f-733e-4af1-b963-9742717e494c" providerId="ADAL" clId="{E4212DA7-45D6-44BA-850F-520819CE36D3}" dt="2021-11-04T01:10:17.610" v="59" actId="1076"/>
          <ac:spMkLst>
            <pc:docMk/>
            <pc:sldMk cId="4182535131" sldId="2996"/>
            <ac:spMk id="7" creationId="{098B3BC4-54EF-41AF-855E-5709EC4F2206}"/>
          </ac:spMkLst>
        </pc:spChg>
      </pc:sldChg>
      <pc:sldChg chg="modSp mod">
        <pc:chgData name="박동규" userId="cebcdd3f-733e-4af1-b963-9742717e494c" providerId="ADAL" clId="{E4212DA7-45D6-44BA-850F-520819CE36D3}" dt="2021-11-04T01:17:39.650" v="80" actId="1036"/>
        <pc:sldMkLst>
          <pc:docMk/>
          <pc:sldMk cId="2246439665" sldId="2998"/>
        </pc:sldMkLst>
        <pc:spChg chg="mod">
          <ac:chgData name="박동규" userId="cebcdd3f-733e-4af1-b963-9742717e494c" providerId="ADAL" clId="{E4212DA7-45D6-44BA-850F-520819CE36D3}" dt="2021-11-04T01:17:33.628" v="61"/>
          <ac:spMkLst>
            <pc:docMk/>
            <pc:sldMk cId="2246439665" sldId="2998"/>
            <ac:spMk id="7" creationId="{098B3BC4-54EF-41AF-855E-5709EC4F2206}"/>
          </ac:spMkLst>
        </pc:spChg>
        <pc:picChg chg="mod">
          <ac:chgData name="박동규" userId="cebcdd3f-733e-4af1-b963-9742717e494c" providerId="ADAL" clId="{E4212DA7-45D6-44BA-850F-520819CE36D3}" dt="2021-11-04T01:17:39.650" v="80" actId="1036"/>
          <ac:picMkLst>
            <pc:docMk/>
            <pc:sldMk cId="2246439665" sldId="2998"/>
            <ac:picMk id="3" creationId="{97F44354-7771-467A-B484-74164DA3487F}"/>
          </ac:picMkLst>
        </pc:picChg>
        <pc:picChg chg="mod">
          <ac:chgData name="박동규" userId="cebcdd3f-733e-4af1-b963-9742717e494c" providerId="ADAL" clId="{E4212DA7-45D6-44BA-850F-520819CE36D3}" dt="2021-11-04T01:17:39.650" v="80" actId="1036"/>
          <ac:picMkLst>
            <pc:docMk/>
            <pc:sldMk cId="2246439665" sldId="2998"/>
            <ac:picMk id="5" creationId="{2EF826B5-F853-4981-9F8F-4E869A158357}"/>
          </ac:picMkLst>
        </pc:picChg>
      </pc:sldChg>
      <pc:sldChg chg="modSp mod">
        <pc:chgData name="박동규" userId="cebcdd3f-733e-4af1-b963-9742717e494c" providerId="ADAL" clId="{E4212DA7-45D6-44BA-850F-520819CE36D3}" dt="2021-11-04T01:34:08.278" v="89" actId="1035"/>
        <pc:sldMkLst>
          <pc:docMk/>
          <pc:sldMk cId="3128447954" sldId="3001"/>
        </pc:sldMkLst>
        <pc:spChg chg="mod">
          <ac:chgData name="박동규" userId="cebcdd3f-733e-4af1-b963-9742717e494c" providerId="ADAL" clId="{E4212DA7-45D6-44BA-850F-520819CE36D3}" dt="2021-11-04T01:34:08.278" v="89" actId="1035"/>
          <ac:spMkLst>
            <pc:docMk/>
            <pc:sldMk cId="3128447954" sldId="3001"/>
            <ac:spMk id="7" creationId="{098B3BC4-54EF-41AF-855E-5709EC4F2206}"/>
          </ac:spMkLst>
        </pc:spChg>
      </pc:sldChg>
      <pc:sldChg chg="modSp mod">
        <pc:chgData name="박동규" userId="cebcdd3f-733e-4af1-b963-9742717e494c" providerId="ADAL" clId="{E4212DA7-45D6-44BA-850F-520819CE36D3}" dt="2021-11-04T01:35:59.888" v="91" actId="1076"/>
        <pc:sldMkLst>
          <pc:docMk/>
          <pc:sldMk cId="2334632377" sldId="3004"/>
        </pc:sldMkLst>
        <pc:spChg chg="mod">
          <ac:chgData name="박동규" userId="cebcdd3f-733e-4af1-b963-9742717e494c" providerId="ADAL" clId="{E4212DA7-45D6-44BA-850F-520819CE36D3}" dt="2021-11-04T01:35:55.948" v="90"/>
          <ac:spMkLst>
            <pc:docMk/>
            <pc:sldMk cId="2334632377" sldId="3004"/>
            <ac:spMk id="7" creationId="{098B3BC4-54EF-41AF-855E-5709EC4F2206}"/>
          </ac:spMkLst>
        </pc:spChg>
        <pc:picChg chg="mod">
          <ac:chgData name="박동규" userId="cebcdd3f-733e-4af1-b963-9742717e494c" providerId="ADAL" clId="{E4212DA7-45D6-44BA-850F-520819CE36D3}" dt="2021-11-04T01:35:59.888" v="91" actId="1076"/>
          <ac:picMkLst>
            <pc:docMk/>
            <pc:sldMk cId="2334632377" sldId="3004"/>
            <ac:picMk id="3" creationId="{0B82A508-C231-4551-9676-020402CAA4F7}"/>
          </ac:picMkLst>
        </pc:picChg>
      </pc:sldChg>
      <pc:sldChg chg="modSp mod">
        <pc:chgData name="박동규" userId="cebcdd3f-733e-4af1-b963-9742717e494c" providerId="ADAL" clId="{E4212DA7-45D6-44BA-850F-520819CE36D3}" dt="2021-11-04T01:40:08.200" v="97"/>
        <pc:sldMkLst>
          <pc:docMk/>
          <pc:sldMk cId="3370622175" sldId="3010"/>
        </pc:sldMkLst>
        <pc:spChg chg="mod">
          <ac:chgData name="박동규" userId="cebcdd3f-733e-4af1-b963-9742717e494c" providerId="ADAL" clId="{E4212DA7-45D6-44BA-850F-520819CE36D3}" dt="2021-11-04T01:40:08.200" v="97"/>
          <ac:spMkLst>
            <pc:docMk/>
            <pc:sldMk cId="3370622175" sldId="3010"/>
            <ac:spMk id="7" creationId="{098B3BC4-54EF-41AF-855E-5709EC4F2206}"/>
          </ac:spMkLst>
        </pc:spChg>
      </pc:sldChg>
      <pc:sldChg chg="modSp mod">
        <pc:chgData name="박동규" userId="cebcdd3f-733e-4af1-b963-9742717e494c" providerId="ADAL" clId="{E4212DA7-45D6-44BA-850F-520819CE36D3}" dt="2021-11-04T01:42:39.988" v="99" actId="1076"/>
        <pc:sldMkLst>
          <pc:docMk/>
          <pc:sldMk cId="3788433133" sldId="3013"/>
        </pc:sldMkLst>
        <pc:spChg chg="mod">
          <ac:chgData name="박동규" userId="cebcdd3f-733e-4af1-b963-9742717e494c" providerId="ADAL" clId="{E4212DA7-45D6-44BA-850F-520819CE36D3}" dt="2021-11-04T01:42:39.988" v="99" actId="1076"/>
          <ac:spMkLst>
            <pc:docMk/>
            <pc:sldMk cId="3788433133" sldId="3013"/>
            <ac:spMk id="7" creationId="{098B3BC4-54EF-41AF-855E-5709EC4F2206}"/>
          </ac:spMkLst>
        </pc:spChg>
      </pc:sldChg>
    </pc:docChg>
  </pc:docChgLst>
</pc:chgInfo>
</file>

<file path=ppt/comments/modernComment_BCC_EC0F3BC6.xml><?xml version="1.0" encoding="utf-8"?>
<p188:cmLst xmlns:a="http://schemas.openxmlformats.org/drawingml/2006/main" xmlns:r="http://schemas.openxmlformats.org/officeDocument/2006/relationships" xmlns:p188="http://schemas.microsoft.com/office/powerpoint/2018/8/main">
  <p188:cm id="{45A8F5F2-7A3B-43EB-BE82-756BE32C6984}" authorId="{E68DBF29-173B-1EE4-E980-EBF86C79181A}" created="2021-09-22T16:01:10.606">
    <pc:sldMkLst xmlns:pc="http://schemas.microsoft.com/office/powerpoint/2013/main/command">
      <pc:docMk/>
      <pc:sldMk cId="3277173789" sldId="2252"/>
    </pc:sldMkLst>
    <p188:txBody>
      <a:bodyPr/>
      <a:lstStyle/>
      <a:p>
        <a:r>
          <a:rPr lang="en-GB"/>
          <a:t>Just an overall suggestion for this course - putting the important key terms in a different colored font so they do not blend in and get lost within the main text.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cs typeface="+mn-cs"/>
              </a:defRPr>
            </a:lvl1pPr>
          </a:lstStyle>
          <a:p>
            <a:pPr>
              <a:defRPr/>
            </a:pPr>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cs typeface="+mn-cs"/>
              </a:defRPr>
            </a:lvl1pPr>
          </a:lstStyle>
          <a:p>
            <a:pPr>
              <a:defRPr/>
            </a:pPr>
            <a:fld id="{AE4902DF-A078-44AD-8D07-985A76E39BC0}" type="datetimeFigureOut">
              <a:rPr lang="ko-KR" altLang="en-US"/>
              <a:pPr>
                <a:defRPr/>
              </a:pPr>
              <a:t>2023-08-31</a:t>
            </a:fld>
            <a:endParaRPr lang="ko-KR" altLang="en-US"/>
          </a:p>
        </p:txBody>
      </p:sp>
      <p:sp>
        <p:nvSpPr>
          <p:cNvPr id="4" name="슬라이드 이미지 개체 틀 3"/>
          <p:cNvSpPr>
            <a:spLocks noGrp="1" noRot="1" noChangeAspect="1"/>
          </p:cNvSpPr>
          <p:nvPr>
            <p:ph type="sldImg" idx="2"/>
          </p:nvPr>
        </p:nvSpPr>
        <p:spPr>
          <a:xfrm>
            <a:off x="711200" y="744538"/>
            <a:ext cx="5375275" cy="3722687"/>
          </a:xfrm>
          <a:prstGeom prst="rect">
            <a:avLst/>
          </a:prstGeom>
          <a:noFill/>
          <a:ln w="12700">
            <a:solidFill>
              <a:prstClr val="black"/>
            </a:solidFill>
          </a:ln>
        </p:spPr>
        <p:txBody>
          <a:bodyPr vert="horz" lIns="91440" tIns="45720" rIns="91440" bIns="45720" rtlCol="0" anchor="ctr"/>
          <a:lstStyle/>
          <a:p>
            <a:pPr lvl="0"/>
            <a:endParaRPr lang="ko-KR" altLang="en-US" noProof="0"/>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cs typeface="+mn-cs"/>
              </a:defRPr>
            </a:lvl1pPr>
          </a:lstStyle>
          <a:p>
            <a:pPr>
              <a:defRPr/>
            </a:pP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cs typeface="+mn-cs"/>
              </a:defRPr>
            </a:lvl1pPr>
          </a:lstStyle>
          <a:p>
            <a:pPr>
              <a:defRPr/>
            </a:pPr>
            <a:fld id="{FADF23B2-3342-4405-8E32-027ADF311D3F}" type="slidenum">
              <a:rPr lang="ko-KR" altLang="en-US"/>
              <a:pPr>
                <a:defRPr/>
              </a:pPr>
              <a:t>‹#›</a:t>
            </a:fld>
            <a:endParaRPr lang="ko-KR" altLang="en-US"/>
          </a:p>
        </p:txBody>
      </p:sp>
    </p:spTree>
    <p:extLst>
      <p:ext uri="{BB962C8B-B14F-4D97-AF65-F5344CB8AC3E}">
        <p14:creationId xmlns:p14="http://schemas.microsoft.com/office/powerpoint/2010/main" val="3134890290"/>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맑은 고딕"/>
      </a:defRPr>
    </a:lvl1pPr>
    <a:lvl2pPr marL="457200" algn="l" rtl="0" eaLnBrk="0" fontAlgn="base" latinLnBrk="1" hangingPunct="0">
      <a:spcBef>
        <a:spcPct val="30000"/>
      </a:spcBef>
      <a:spcAft>
        <a:spcPct val="0"/>
      </a:spcAft>
      <a:defRPr sz="1200" kern="1200">
        <a:solidFill>
          <a:schemeClr val="tx1"/>
        </a:solidFill>
        <a:latin typeface="+mn-lt"/>
        <a:ea typeface="+mn-ea"/>
        <a:cs typeface="맑은 고딕"/>
      </a:defRPr>
    </a:lvl2pPr>
    <a:lvl3pPr marL="914400" algn="l" rtl="0" eaLnBrk="0" fontAlgn="base" latinLnBrk="1" hangingPunct="0">
      <a:spcBef>
        <a:spcPct val="30000"/>
      </a:spcBef>
      <a:spcAft>
        <a:spcPct val="0"/>
      </a:spcAft>
      <a:defRPr sz="1200" kern="1200">
        <a:solidFill>
          <a:schemeClr val="tx1"/>
        </a:solidFill>
        <a:latin typeface="+mn-lt"/>
        <a:ea typeface="+mn-ea"/>
        <a:cs typeface="맑은 고딕"/>
      </a:defRPr>
    </a:lvl3pPr>
    <a:lvl4pPr marL="1371600" algn="l" rtl="0" eaLnBrk="0" fontAlgn="base" latinLnBrk="1" hangingPunct="0">
      <a:spcBef>
        <a:spcPct val="30000"/>
      </a:spcBef>
      <a:spcAft>
        <a:spcPct val="0"/>
      </a:spcAft>
      <a:defRPr sz="1200" kern="1200">
        <a:solidFill>
          <a:schemeClr val="tx1"/>
        </a:solidFill>
        <a:latin typeface="+mn-lt"/>
        <a:ea typeface="+mn-ea"/>
        <a:cs typeface="맑은 고딕"/>
      </a:defRPr>
    </a:lvl4pPr>
    <a:lvl5pPr marL="1828800" algn="l" rtl="0" eaLnBrk="0" fontAlgn="base" latinLnBrk="1" hangingPunct="0">
      <a:spcBef>
        <a:spcPct val="30000"/>
      </a:spcBef>
      <a:spcAft>
        <a:spcPct val="0"/>
      </a:spcAft>
      <a:defRPr sz="1200" kern="1200">
        <a:solidFill>
          <a:schemeClr val="tx1"/>
        </a:solidFill>
        <a:latin typeface="+mn-lt"/>
        <a:ea typeface="+mn-ea"/>
        <a:cs typeface="맑은 고딕"/>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182563" y="539750"/>
            <a:ext cx="6527800" cy="4521200"/>
          </a:xfrm>
        </p:spPr>
      </p:sp>
      <p:sp>
        <p:nvSpPr>
          <p:cNvPr id="3" name="슬라이드 노트 개체 틀 2"/>
          <p:cNvSpPr>
            <a:spLocks noGrp="1"/>
          </p:cNvSpPr>
          <p:nvPr>
            <p:ph type="body" idx="1"/>
          </p:nvPr>
        </p:nvSpPr>
        <p:spPr>
          <a:xfrm>
            <a:off x="679768" y="5376929"/>
            <a:ext cx="5438140" cy="3805211"/>
          </a:xfrm>
        </p:spPr>
        <p:txBody>
          <a:bodyPr/>
          <a:lstStyle/>
          <a:p>
            <a:endParaRPr lang="ko-KR" altLang="en-US" dirty="0"/>
          </a:p>
        </p:txBody>
      </p:sp>
      <p:sp>
        <p:nvSpPr>
          <p:cNvPr id="4" name="슬라이드 번호 개체 틀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23F0BCE-8842-48BB-B417-565C32B10224}" type="slidenum">
              <a:rPr kumimoji="0" lang="ko-KR" altLang="en-US" sz="1300" b="0" i="0" u="none" strike="noStrike" kern="1200" cap="none" spc="0" normalizeH="0" baseline="0" noProof="0" smtClean="0">
                <a:ln>
                  <a:noFill/>
                </a:ln>
                <a:solidFill>
                  <a:prstClr val="black"/>
                </a:solidFill>
                <a:effectLst/>
                <a:uLnTx/>
                <a:uFillTx/>
                <a:latin typeface="SamsungOne-400" panose="020B0503030303020204" pitchFamily="34" charset="0"/>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ko-KR" altLang="en-US" sz="1300" b="0" i="0" u="none" strike="noStrike" kern="1200" cap="none" spc="0" normalizeH="0" baseline="0" noProof="0" dirty="0">
              <a:ln>
                <a:noFill/>
              </a:ln>
              <a:solidFill>
                <a:prstClr val="black"/>
              </a:solidFill>
              <a:effectLst/>
              <a:uLnTx/>
              <a:uFillTx/>
              <a:latin typeface="SamsungOne-400" panose="020B0503030303020204" pitchFamily="34" charset="0"/>
              <a:ea typeface="맑은 고딕" panose="020B0503020000020004" pitchFamily="50" charset="-127"/>
              <a:cs typeface="+mn-cs"/>
            </a:endParaRPr>
          </a:p>
        </p:txBody>
      </p:sp>
    </p:spTree>
    <p:extLst>
      <p:ext uri="{BB962C8B-B14F-4D97-AF65-F5344CB8AC3E}">
        <p14:creationId xmlns:p14="http://schemas.microsoft.com/office/powerpoint/2010/main" val="2389914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pPr>
              <a:defRPr/>
            </a:pPr>
            <a:fld id="{FADF23B2-3342-4405-8E32-027ADF311D3F}" type="slidenum">
              <a:rPr lang="ko-KR" altLang="en-US" smtClean="0"/>
              <a:pPr>
                <a:defRPr/>
              </a:pPr>
              <a:t>2</a:t>
            </a:fld>
            <a:endParaRPr lang="ko-KR" altLang="en-US" dirty="0"/>
          </a:p>
        </p:txBody>
      </p:sp>
    </p:spTree>
    <p:extLst>
      <p:ext uri="{BB962C8B-B14F-4D97-AF65-F5344CB8AC3E}">
        <p14:creationId xmlns:p14="http://schemas.microsoft.com/office/powerpoint/2010/main" val="3128678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3</a:t>
            </a:fld>
            <a:endParaRPr lang="ko-KR" altLang="en-US"/>
          </a:p>
        </p:txBody>
      </p:sp>
    </p:spTree>
    <p:extLst>
      <p:ext uri="{BB962C8B-B14F-4D97-AF65-F5344CB8AC3E}">
        <p14:creationId xmlns:p14="http://schemas.microsoft.com/office/powerpoint/2010/main" val="2587851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4</a:t>
            </a:fld>
            <a:endParaRPr lang="ko-KR" altLang="en-US"/>
          </a:p>
        </p:txBody>
      </p:sp>
    </p:spTree>
    <p:extLst>
      <p:ext uri="{BB962C8B-B14F-4D97-AF65-F5344CB8AC3E}">
        <p14:creationId xmlns:p14="http://schemas.microsoft.com/office/powerpoint/2010/main" val="2105922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5</a:t>
            </a:fld>
            <a:endParaRPr lang="ko-KR" altLang="en-US"/>
          </a:p>
        </p:txBody>
      </p:sp>
    </p:spTree>
    <p:extLst>
      <p:ext uri="{BB962C8B-B14F-4D97-AF65-F5344CB8AC3E}">
        <p14:creationId xmlns:p14="http://schemas.microsoft.com/office/powerpoint/2010/main" val="3456640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6</a:t>
            </a:fld>
            <a:endParaRPr lang="ko-KR" altLang="en-US"/>
          </a:p>
        </p:txBody>
      </p:sp>
    </p:spTree>
    <p:extLst>
      <p:ext uri="{BB962C8B-B14F-4D97-AF65-F5344CB8AC3E}">
        <p14:creationId xmlns:p14="http://schemas.microsoft.com/office/powerpoint/2010/main" val="992807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7</a:t>
            </a:fld>
            <a:endParaRPr lang="ko-KR" altLang="en-US"/>
          </a:p>
        </p:txBody>
      </p:sp>
    </p:spTree>
    <p:extLst>
      <p:ext uri="{BB962C8B-B14F-4D97-AF65-F5344CB8AC3E}">
        <p14:creationId xmlns:p14="http://schemas.microsoft.com/office/powerpoint/2010/main" val="31046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8</a:t>
            </a:fld>
            <a:endParaRPr lang="ko-KR" altLang="en-US"/>
          </a:p>
        </p:txBody>
      </p:sp>
    </p:spTree>
    <p:extLst>
      <p:ext uri="{BB962C8B-B14F-4D97-AF65-F5344CB8AC3E}">
        <p14:creationId xmlns:p14="http://schemas.microsoft.com/office/powerpoint/2010/main" val="3172669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9</a:t>
            </a:fld>
            <a:endParaRPr lang="ko-KR" altLang="en-US"/>
          </a:p>
        </p:txBody>
      </p:sp>
    </p:spTree>
    <p:extLst>
      <p:ext uri="{BB962C8B-B14F-4D97-AF65-F5344CB8AC3E}">
        <p14:creationId xmlns:p14="http://schemas.microsoft.com/office/powerpoint/2010/main" val="3243329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10</a:t>
            </a:fld>
            <a:endParaRPr lang="ko-KR" altLang="en-US"/>
          </a:p>
        </p:txBody>
      </p:sp>
    </p:spTree>
    <p:extLst>
      <p:ext uri="{BB962C8B-B14F-4D97-AF65-F5344CB8AC3E}">
        <p14:creationId xmlns:p14="http://schemas.microsoft.com/office/powerpoint/2010/main" val="1073349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11</a:t>
            </a:fld>
            <a:endParaRPr lang="ko-KR" altLang="en-US"/>
          </a:p>
        </p:txBody>
      </p:sp>
    </p:spTree>
    <p:extLst>
      <p:ext uri="{BB962C8B-B14F-4D97-AF65-F5344CB8AC3E}">
        <p14:creationId xmlns:p14="http://schemas.microsoft.com/office/powerpoint/2010/main" val="903654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dirty="0"/>
          </a:p>
        </p:txBody>
      </p:sp>
      <p:sp>
        <p:nvSpPr>
          <p:cNvPr id="4" name="Slide Number Placeholder 3"/>
          <p:cNvSpPr>
            <a:spLocks noGrp="1"/>
          </p:cNvSpPr>
          <p:nvPr>
            <p:ph type="sldNum" sz="quarter" idx="10"/>
          </p:nvPr>
        </p:nvSpPr>
        <p:spPr/>
        <p:txBody>
          <a:bodyPr/>
          <a:lstStyle/>
          <a:p>
            <a:pPr>
              <a:defRPr/>
            </a:pPr>
            <a:fld id="{FADF23B2-3342-4405-8E32-027ADF311D3F}" type="slidenum">
              <a:rPr lang="ko-KR" altLang="en-US" smtClean="0"/>
              <a:pPr>
                <a:defRPr/>
              </a:pPr>
              <a:t>12</a:t>
            </a:fld>
            <a:endParaRPr lang="ko-KR" altLang="en-US"/>
          </a:p>
        </p:txBody>
      </p:sp>
    </p:spTree>
    <p:extLst>
      <p:ext uri="{BB962C8B-B14F-4D97-AF65-F5344CB8AC3E}">
        <p14:creationId xmlns:p14="http://schemas.microsoft.com/office/powerpoint/2010/main" val="567114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379487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3078321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314354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3521214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4. Algorithm 1 - Data Structures</a:t>
            </a:r>
          </a:p>
        </p:txBody>
      </p:sp>
      <p:grpSp>
        <p:nvGrpSpPr>
          <p:cNvPr id="5" name="Group 4"/>
          <p:cNvGrpSpPr/>
          <p:nvPr userDrawn="1"/>
        </p:nvGrpSpPr>
        <p:grpSpPr>
          <a:xfrm>
            <a:off x="0" y="0"/>
            <a:ext cx="9906000" cy="1065598"/>
            <a:chOff x="0" y="0"/>
            <a:chExt cx="9906000" cy="1065598"/>
          </a:xfrm>
        </p:grpSpPr>
        <p:sp>
          <p:nvSpPr>
            <p:cNvPr id="10" name="직사각형 9">
              <a:extLst>
                <a:ext uri="{FF2B5EF4-FFF2-40B4-BE49-F238E27FC236}">
                  <a16:creationId xmlns:a16="http://schemas.microsoft.com/office/drawing/2014/main" xmlns="" id="{85CF76A4-51CF-4D05-A1A1-2F9ED08538A3}"/>
                </a:ext>
              </a:extLst>
            </p:cNvPr>
            <p:cNvSpPr/>
            <p:nvPr userDrawn="1"/>
          </p:nvSpPr>
          <p:spPr>
            <a:xfrm>
              <a:off x="0" y="788600"/>
              <a:ext cx="9906000" cy="276998"/>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직사각형 7">
              <a:extLst>
                <a:ext uri="{FF2B5EF4-FFF2-40B4-BE49-F238E27FC236}">
                  <a16:creationId xmlns:a16="http://schemas.microsoft.com/office/drawing/2014/main" xmlns="" id="{B99AF68C-BDD5-4210-9E4D-B73D0E1AF2BC}"/>
                </a:ext>
              </a:extLst>
            </p:cNvPr>
            <p:cNvSpPr/>
            <p:nvPr userDrawn="1"/>
          </p:nvSpPr>
          <p:spPr>
            <a:xfrm>
              <a:off x="0" y="0"/>
              <a:ext cx="9906000" cy="927100"/>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8" name="직사각형 12">
            <a:extLst>
              <a:ext uri="{FF2B5EF4-FFF2-40B4-BE49-F238E27FC236}">
                <a16:creationId xmlns:a16="http://schemas.microsoft.com/office/drawing/2014/main" xmlns="" id="{0A64BE7C-F3B5-4888-85C4-EA7B77D9A3D7}"/>
              </a:ext>
            </a:extLst>
          </p:cNvPr>
          <p:cNvSpPr/>
          <p:nvPr userDrawn="1"/>
        </p:nvSpPr>
        <p:spPr>
          <a:xfrm>
            <a:off x="449612" y="523712"/>
            <a:ext cx="1784001" cy="246221"/>
          </a:xfrm>
          <a:prstGeom prst="rect">
            <a:avLst/>
          </a:prstGeom>
        </p:spPr>
        <p:txBody>
          <a:bodyPr wrap="square" lIns="0" tIns="0" rIns="0" bIns="0">
            <a:spAutoFit/>
          </a:bodyPr>
          <a:lstStyle/>
          <a:p>
            <a:pPr defTabSz="457187" latinLnBrk="0">
              <a:defRPr/>
            </a:pPr>
            <a:r>
              <a:rPr lang="en-US" altLang="ko-KR" sz="1600" dirty="0">
                <a:solidFill>
                  <a:schemeClr val="bg1"/>
                </a:solidFill>
                <a:latin typeface="Samsung Sharp Sans Medium" pitchFamily="2" charset="0"/>
                <a:ea typeface="Samsung Sharp Sans Medium" pitchFamily="2" charset="0"/>
                <a:cs typeface="Samsung Sharp Sans Medium" pitchFamily="2" charset="0"/>
              </a:rPr>
              <a:t>Chapter 4 Quiz</a:t>
            </a:r>
          </a:p>
        </p:txBody>
      </p:sp>
    </p:spTree>
    <p:extLst>
      <p:ext uri="{BB962C8B-B14F-4D97-AF65-F5344CB8AC3E}">
        <p14:creationId xmlns:p14="http://schemas.microsoft.com/office/powerpoint/2010/main" val="4171582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more">
    <p:spTree>
      <p:nvGrpSpPr>
        <p:cNvPr id="1" name=""/>
        <p:cNvGrpSpPr/>
        <p:nvPr/>
      </p:nvGrpSpPr>
      <p:grpSpPr>
        <a:xfrm>
          <a:off x="0" y="0"/>
          <a:ext cx="0" cy="0"/>
          <a:chOff x="0" y="0"/>
          <a:chExt cx="0" cy="0"/>
        </a:xfrm>
      </p:grpSpPr>
      <p:grpSp>
        <p:nvGrpSpPr>
          <p:cNvPr id="51" name="그룹 50">
            <a:extLst>
              <a:ext uri="{FF2B5EF4-FFF2-40B4-BE49-F238E27FC236}">
                <a16:creationId xmlns:a16="http://schemas.microsoft.com/office/drawing/2014/main" xmlns="" id="{85278258-AEB2-4213-B5E6-13FC86FAB418}"/>
              </a:ext>
            </a:extLst>
          </p:cNvPr>
          <p:cNvGrpSpPr/>
          <p:nvPr userDrawn="1"/>
        </p:nvGrpSpPr>
        <p:grpSpPr>
          <a:xfrm>
            <a:off x="449612" y="1462227"/>
            <a:ext cx="9003600" cy="4500283"/>
            <a:chOff x="578678" y="1445207"/>
            <a:chExt cx="8748000" cy="4136077"/>
          </a:xfrm>
        </p:grpSpPr>
        <p:sp>
          <p:nvSpPr>
            <p:cNvPr id="52" name="직사각형 51">
              <a:extLst>
                <a:ext uri="{FF2B5EF4-FFF2-40B4-BE49-F238E27FC236}">
                  <a16:creationId xmlns:a16="http://schemas.microsoft.com/office/drawing/2014/main" xmlns="" id="{8AE44DED-1433-4AE2-91CF-6B4CC836C247}"/>
                </a:ext>
              </a:extLst>
            </p:cNvPr>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직사각형 52">
              <a:extLst>
                <a:ext uri="{FF2B5EF4-FFF2-40B4-BE49-F238E27FC236}">
                  <a16:creationId xmlns:a16="http://schemas.microsoft.com/office/drawing/2014/main" xmlns="" id="{16E0A36A-E308-4F66-AC01-5E98B501B58D}"/>
                </a:ext>
              </a:extLst>
            </p:cNvPr>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이등변 삼각형 53">
              <a:extLst>
                <a:ext uri="{FF2B5EF4-FFF2-40B4-BE49-F238E27FC236}">
                  <a16:creationId xmlns:a16="http://schemas.microsoft.com/office/drawing/2014/main" xmlns="" id="{1AAE9217-6132-41DE-8B52-1E10CDDAD122}"/>
                </a:ext>
              </a:extLst>
            </p:cNvPr>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7" name="그룹 16">
            <a:extLst>
              <a:ext uri="{FF2B5EF4-FFF2-40B4-BE49-F238E27FC236}">
                <a16:creationId xmlns:a16="http://schemas.microsoft.com/office/drawing/2014/main" xmlns="" id="{8F9D91F2-1DA9-4775-A2F4-3EA836FC8AC8}"/>
              </a:ext>
            </a:extLst>
          </p:cNvPr>
          <p:cNvGrpSpPr/>
          <p:nvPr userDrawn="1"/>
        </p:nvGrpSpPr>
        <p:grpSpPr>
          <a:xfrm>
            <a:off x="0" y="1"/>
            <a:ext cx="9906000" cy="999802"/>
            <a:chOff x="0" y="1"/>
            <a:chExt cx="9906000" cy="999802"/>
          </a:xfrm>
        </p:grpSpPr>
        <p:sp>
          <p:nvSpPr>
            <p:cNvPr id="18" name="직사각형 17">
              <a:extLst>
                <a:ext uri="{FF2B5EF4-FFF2-40B4-BE49-F238E27FC236}">
                  <a16:creationId xmlns:a16="http://schemas.microsoft.com/office/drawing/2014/main" xmlns=""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18">
              <a:extLst>
                <a:ext uri="{FF2B5EF4-FFF2-40B4-BE49-F238E27FC236}">
                  <a16:creationId xmlns:a16="http://schemas.microsoft.com/office/drawing/2014/main" xmlns=""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20" name="직선 연결선 19">
            <a:extLst>
              <a:ext uri="{FF2B5EF4-FFF2-40B4-BE49-F238E27FC236}">
                <a16:creationId xmlns:a16="http://schemas.microsoft.com/office/drawing/2014/main" xmlns="" id="{F763F9BA-EE85-4466-9F91-463051CFC433}"/>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xmlns="" id="{83DE29B4-2918-48DA-8AAD-6689F9D9B25F}"/>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xmlns="" id="{3C9B8629-554D-4DBE-9C51-F645BAD954BC}"/>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23" name="슬라이드 번호 개체 틀 15">
            <a:extLst>
              <a:ext uri="{FF2B5EF4-FFF2-40B4-BE49-F238E27FC236}">
                <a16:creationId xmlns:a16="http://schemas.microsoft.com/office/drawing/2014/main" xmlns="" id="{DC109AF5-9684-4C7C-8609-D82073175524}"/>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grpSp>
        <p:nvGrpSpPr>
          <p:cNvPr id="8" name="그룹 7">
            <a:extLst>
              <a:ext uri="{FF2B5EF4-FFF2-40B4-BE49-F238E27FC236}">
                <a16:creationId xmlns:a16="http://schemas.microsoft.com/office/drawing/2014/main" xmlns="" id="{E8CA0DD3-9254-499A-BE4D-7F93C9791163}"/>
              </a:ext>
            </a:extLst>
          </p:cNvPr>
          <p:cNvGrpSpPr/>
          <p:nvPr userDrawn="1"/>
        </p:nvGrpSpPr>
        <p:grpSpPr>
          <a:xfrm>
            <a:off x="747834" y="2408824"/>
            <a:ext cx="8539600" cy="3303528"/>
            <a:chOff x="747834" y="2129937"/>
            <a:chExt cx="8539600" cy="3303528"/>
          </a:xfrm>
        </p:grpSpPr>
        <p:grpSp>
          <p:nvGrpSpPr>
            <p:cNvPr id="24" name="그룹 23">
              <a:extLst>
                <a:ext uri="{FF2B5EF4-FFF2-40B4-BE49-F238E27FC236}">
                  <a16:creationId xmlns:a16="http://schemas.microsoft.com/office/drawing/2014/main" xmlns="" id="{13D70919-1A43-46D4-9CAD-A2E01D8807D4}"/>
                </a:ext>
              </a:extLst>
            </p:cNvPr>
            <p:cNvGrpSpPr/>
            <p:nvPr userDrawn="1"/>
          </p:nvGrpSpPr>
          <p:grpSpPr>
            <a:xfrm>
              <a:off x="747834" y="2129937"/>
              <a:ext cx="8539600" cy="1267182"/>
              <a:chOff x="805623" y="2423005"/>
              <a:chExt cx="8539600" cy="1267182"/>
            </a:xfrm>
          </p:grpSpPr>
          <p:grpSp>
            <p:nvGrpSpPr>
              <p:cNvPr id="25" name="그룹 24">
                <a:extLst>
                  <a:ext uri="{FF2B5EF4-FFF2-40B4-BE49-F238E27FC236}">
                    <a16:creationId xmlns:a16="http://schemas.microsoft.com/office/drawing/2014/main" xmlns=""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xmlns=""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Guideline, mechanisms &amp; contingency plan</a:t>
                  </a:r>
                </a:p>
              </p:txBody>
            </p:sp>
            <p:sp>
              <p:nvSpPr>
                <p:cNvPr id="28" name="직사각형 27">
                  <a:extLst>
                    <a:ext uri="{FF2B5EF4-FFF2-40B4-BE49-F238E27FC236}">
                      <a16:creationId xmlns:a16="http://schemas.microsoft.com/office/drawing/2014/main" xmlns=""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Preparing pair programming involves establishing guidelines and mechanisms to help students pair properly and to keep them paired. For example, students should take turns “driving the mouse.” Effective preparation requires contingency plans in case one partner is absent or decides not to participate for one reason or another. In these cases, it is important to make it clear that the active student will not be punished because the pairing did not work well.</a:t>
                  </a:r>
                </a:p>
              </p:txBody>
            </p:sp>
          </p:grpSp>
          <p:sp>
            <p:nvSpPr>
              <p:cNvPr id="26" name="직사각형 25">
                <a:extLst>
                  <a:ext uri="{FF2B5EF4-FFF2-40B4-BE49-F238E27FC236}">
                    <a16:creationId xmlns:a16="http://schemas.microsoft.com/office/drawing/2014/main" xmlns=""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0" name="그룹 29">
              <a:extLst>
                <a:ext uri="{FF2B5EF4-FFF2-40B4-BE49-F238E27FC236}">
                  <a16:creationId xmlns:a16="http://schemas.microsoft.com/office/drawing/2014/main" xmlns="" id="{EA101DA7-28A0-4825-8294-91ED14409235}"/>
                </a:ext>
              </a:extLst>
            </p:cNvPr>
            <p:cNvGrpSpPr/>
            <p:nvPr userDrawn="1"/>
          </p:nvGrpSpPr>
          <p:grpSpPr>
            <a:xfrm>
              <a:off x="747834" y="3559917"/>
              <a:ext cx="8539600" cy="1055714"/>
              <a:chOff x="805623" y="3889855"/>
              <a:chExt cx="8539600" cy="1055714"/>
            </a:xfrm>
          </p:grpSpPr>
          <p:grpSp>
            <p:nvGrpSpPr>
              <p:cNvPr id="31" name="그룹 30">
                <a:extLst>
                  <a:ext uri="{FF2B5EF4-FFF2-40B4-BE49-F238E27FC236}">
                    <a16:creationId xmlns:a16="http://schemas.microsoft.com/office/drawing/2014/main" xmlns="" id="{6D52BA93-54E3-4CA4-81A3-AAAA6FD74E74}"/>
                  </a:ext>
                </a:extLst>
              </p:cNvPr>
              <p:cNvGrpSpPr/>
              <p:nvPr/>
            </p:nvGrpSpPr>
            <p:grpSpPr>
              <a:xfrm>
                <a:off x="958539" y="3889855"/>
                <a:ext cx="8386684" cy="1055714"/>
                <a:chOff x="1098894" y="2558690"/>
                <a:chExt cx="8386684" cy="1055714"/>
              </a:xfrm>
            </p:grpSpPr>
            <p:sp>
              <p:nvSpPr>
                <p:cNvPr id="33" name="직사각형 32">
                  <a:extLst>
                    <a:ext uri="{FF2B5EF4-FFF2-40B4-BE49-F238E27FC236}">
                      <a16:creationId xmlns:a16="http://schemas.microsoft.com/office/drawing/2014/main" xmlns=""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Pairing similar, not necessarily equal, abilities as partners</a:t>
                  </a:r>
                </a:p>
              </p:txBody>
            </p:sp>
            <p:sp>
              <p:nvSpPr>
                <p:cNvPr id="34" name="직사각형 33">
                  <a:extLst>
                    <a:ext uri="{FF2B5EF4-FFF2-40B4-BE49-F238E27FC236}">
                      <a16:creationId xmlns:a16="http://schemas.microsoft.com/office/drawing/2014/main" xmlns="" id="{A138E381-77DA-4306-A103-3A1DDA69FDFA}"/>
                    </a:ext>
                  </a:extLst>
                </p:cNvPr>
                <p:cNvSpPr/>
                <p:nvPr/>
              </p:nvSpPr>
              <p:spPr>
                <a:xfrm>
                  <a:off x="1098894" y="2799950"/>
                  <a:ext cx="8386684" cy="814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Pair programming can be effective when students of similar, though not necessarily equal, abilities are paired as partners. Pairing mismatched students often can lead to unbalanced participation. Teachers must emphasize that pair programming is not a “divide-and-conquer” strategy, but rather a true collaborative effort in every endeavor for the entire project. Teachers should avoid pairing very weak students with very strong students.</a:t>
                  </a:r>
                </a:p>
              </p:txBody>
            </p:sp>
          </p:grpSp>
          <p:sp>
            <p:nvSpPr>
              <p:cNvPr id="32" name="직사각형 31">
                <a:extLst>
                  <a:ext uri="{FF2B5EF4-FFF2-40B4-BE49-F238E27FC236}">
                    <a16:creationId xmlns:a16="http://schemas.microsoft.com/office/drawing/2014/main" xmlns=""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5" name="그룹 34">
              <a:extLst>
                <a:ext uri="{FF2B5EF4-FFF2-40B4-BE49-F238E27FC236}">
                  <a16:creationId xmlns:a16="http://schemas.microsoft.com/office/drawing/2014/main" xmlns="" id="{093BAA16-736E-4E14-ADD4-D0B065F97B84}"/>
                </a:ext>
              </a:extLst>
            </p:cNvPr>
            <p:cNvGrpSpPr/>
            <p:nvPr userDrawn="1"/>
          </p:nvGrpSpPr>
          <p:grpSpPr>
            <a:xfrm>
              <a:off x="747834" y="4781836"/>
              <a:ext cx="8539600" cy="651629"/>
              <a:chOff x="805623" y="5143345"/>
              <a:chExt cx="8539600" cy="651629"/>
            </a:xfrm>
          </p:grpSpPr>
          <p:grpSp>
            <p:nvGrpSpPr>
              <p:cNvPr id="36" name="그룹 35">
                <a:extLst>
                  <a:ext uri="{FF2B5EF4-FFF2-40B4-BE49-F238E27FC236}">
                    <a16:creationId xmlns:a16="http://schemas.microsoft.com/office/drawing/2014/main" xmlns="" id="{D293E823-4052-43C0-BEAE-3C7039D15A90}"/>
                  </a:ext>
                </a:extLst>
              </p:cNvPr>
              <p:cNvGrpSpPr/>
              <p:nvPr/>
            </p:nvGrpSpPr>
            <p:grpSpPr>
              <a:xfrm>
                <a:off x="966159" y="5143345"/>
                <a:ext cx="8379064" cy="651629"/>
                <a:chOff x="1098894" y="2558690"/>
                <a:chExt cx="8379064" cy="651629"/>
              </a:xfrm>
            </p:grpSpPr>
            <p:sp>
              <p:nvSpPr>
                <p:cNvPr id="38" name="직사각형 37">
                  <a:extLst>
                    <a:ext uri="{FF2B5EF4-FFF2-40B4-BE49-F238E27FC236}">
                      <a16:creationId xmlns:a16="http://schemas.microsoft.com/office/drawing/2014/main" xmlns="" id="{65518604-971B-46EE-9C46-B0A61E2C0C76}"/>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Motivate students by offering extra incentives </a:t>
                  </a:r>
                </a:p>
              </p:txBody>
            </p:sp>
            <p:sp>
              <p:nvSpPr>
                <p:cNvPr id="39" name="직사각형 38">
                  <a:extLst>
                    <a:ext uri="{FF2B5EF4-FFF2-40B4-BE49-F238E27FC236}">
                      <a16:creationId xmlns:a16="http://schemas.microsoft.com/office/drawing/2014/main" xmlns="" id="{EAD2FD8D-1FE7-49E5-8A52-6F8FA9CE371A}"/>
                    </a:ext>
                  </a:extLst>
                </p:cNvPr>
                <p:cNvSpPr/>
                <p:nvPr/>
              </p:nvSpPr>
              <p:spPr>
                <a:xfrm>
                  <a:off x="1098894" y="2799950"/>
                  <a:ext cx="8379064" cy="410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Offering extra incentives can help motivate students to pair, especially with advanced students. Some teachers have found it helpful to require students to pair for only one or two assignments. </a:t>
                  </a:r>
                </a:p>
              </p:txBody>
            </p:sp>
          </p:grpSp>
          <p:sp>
            <p:nvSpPr>
              <p:cNvPr id="37" name="직사각형 36">
                <a:extLst>
                  <a:ext uri="{FF2B5EF4-FFF2-40B4-BE49-F238E27FC236}">
                    <a16:creationId xmlns:a16="http://schemas.microsoft.com/office/drawing/2014/main" xmlns="" id="{D4A20AB2-235D-462A-AFBE-F2CE15681FE2}"/>
                  </a:ext>
                </a:extLst>
              </p:cNvPr>
              <p:cNvSpPr/>
              <p:nvPr/>
            </p:nvSpPr>
            <p:spPr>
              <a:xfrm>
                <a:off x="805623" y="515601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grpSp>
        <p:nvGrpSpPr>
          <p:cNvPr id="40" name="그룹 39">
            <a:extLst>
              <a:ext uri="{FF2B5EF4-FFF2-40B4-BE49-F238E27FC236}">
                <a16:creationId xmlns:a16="http://schemas.microsoft.com/office/drawing/2014/main" xmlns="" id="{D8D49945-C464-4DDD-ADD7-9189776293B8}"/>
              </a:ext>
            </a:extLst>
          </p:cNvPr>
          <p:cNvGrpSpPr/>
          <p:nvPr userDrawn="1"/>
        </p:nvGrpSpPr>
        <p:grpSpPr>
          <a:xfrm>
            <a:off x="589808" y="1588471"/>
            <a:ext cx="6615664" cy="430887"/>
            <a:chOff x="790976" y="1592058"/>
            <a:chExt cx="6615664" cy="430887"/>
          </a:xfrm>
        </p:grpSpPr>
        <p:sp>
          <p:nvSpPr>
            <p:cNvPr id="41" name="직사각형 40">
              <a:extLst>
                <a:ext uri="{FF2B5EF4-FFF2-40B4-BE49-F238E27FC236}">
                  <a16:creationId xmlns:a16="http://schemas.microsoft.com/office/drawing/2014/main" xmlns=""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b="1" dirty="0">
                  <a:solidFill>
                    <a:srgbClr val="0D0D0D"/>
                  </a:solidFill>
                  <a:latin typeface="Samsung Sharp Sans Bold" pitchFamily="2" charset="0"/>
                  <a:ea typeface="Samsung Sharp Sans Bold" pitchFamily="2" charset="0"/>
                  <a:cs typeface="Samsung Sharp Sans Bold" pitchFamily="2" charset="0"/>
                </a:rPr>
                <a:t>Pair Programming Practice</a:t>
              </a:r>
            </a:p>
          </p:txBody>
        </p:sp>
        <p:pic>
          <p:nvPicPr>
            <p:cNvPr id="42" name="그림 41">
              <a:extLst>
                <a:ext uri="{FF2B5EF4-FFF2-40B4-BE49-F238E27FC236}">
                  <a16:creationId xmlns:a16="http://schemas.microsoft.com/office/drawing/2014/main" xmlns=""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spTree>
    <p:extLst>
      <p:ext uri="{BB962C8B-B14F-4D97-AF65-F5344CB8AC3E}">
        <p14:creationId xmlns:p14="http://schemas.microsoft.com/office/powerpoint/2010/main" val="514505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more">
    <p:spTree>
      <p:nvGrpSpPr>
        <p:cNvPr id="1" name=""/>
        <p:cNvGrpSpPr/>
        <p:nvPr/>
      </p:nvGrpSpPr>
      <p:grpSpPr>
        <a:xfrm>
          <a:off x="0" y="0"/>
          <a:ext cx="0" cy="0"/>
          <a:chOff x="0" y="0"/>
          <a:chExt cx="0" cy="0"/>
        </a:xfrm>
      </p:grpSpPr>
      <p:grpSp>
        <p:nvGrpSpPr>
          <p:cNvPr id="17" name="그룹 16">
            <a:extLst>
              <a:ext uri="{FF2B5EF4-FFF2-40B4-BE49-F238E27FC236}">
                <a16:creationId xmlns:a16="http://schemas.microsoft.com/office/drawing/2014/main" xmlns="" id="{8F9D91F2-1DA9-4775-A2F4-3EA836FC8AC8}"/>
              </a:ext>
            </a:extLst>
          </p:cNvPr>
          <p:cNvGrpSpPr/>
          <p:nvPr userDrawn="1"/>
        </p:nvGrpSpPr>
        <p:grpSpPr>
          <a:xfrm>
            <a:off x="0" y="1"/>
            <a:ext cx="9906000" cy="999802"/>
            <a:chOff x="0" y="1"/>
            <a:chExt cx="9906000" cy="999802"/>
          </a:xfrm>
        </p:grpSpPr>
        <p:sp>
          <p:nvSpPr>
            <p:cNvPr id="18" name="직사각형 17">
              <a:extLst>
                <a:ext uri="{FF2B5EF4-FFF2-40B4-BE49-F238E27FC236}">
                  <a16:creationId xmlns:a16="http://schemas.microsoft.com/office/drawing/2014/main" xmlns="" id="{2445BDC7-3EC5-4A98-AB9C-DAF702D163B6}"/>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직사각형 18">
              <a:extLst>
                <a:ext uri="{FF2B5EF4-FFF2-40B4-BE49-F238E27FC236}">
                  <a16:creationId xmlns:a16="http://schemas.microsoft.com/office/drawing/2014/main" xmlns="" id="{7C3EF875-C94A-48D5-8A2F-D7E1606943F8}"/>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20" name="직선 연결선 19">
            <a:extLst>
              <a:ext uri="{FF2B5EF4-FFF2-40B4-BE49-F238E27FC236}">
                <a16:creationId xmlns:a16="http://schemas.microsoft.com/office/drawing/2014/main" xmlns="" id="{F763F9BA-EE85-4466-9F91-463051CFC433}"/>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슬라이드 번호 개체 틀 15">
            <a:extLst>
              <a:ext uri="{FF2B5EF4-FFF2-40B4-BE49-F238E27FC236}">
                <a16:creationId xmlns:a16="http://schemas.microsoft.com/office/drawing/2014/main" xmlns="" id="{83DE29B4-2918-48DA-8AAD-6689F9D9B25F}"/>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22" name="직사각형 7">
            <a:extLst>
              <a:ext uri="{FF2B5EF4-FFF2-40B4-BE49-F238E27FC236}">
                <a16:creationId xmlns:a16="http://schemas.microsoft.com/office/drawing/2014/main" xmlns="" id="{3C9B8629-554D-4DBE-9C51-F645BAD954BC}"/>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23" name="슬라이드 번호 개체 틀 15">
            <a:extLst>
              <a:ext uri="{FF2B5EF4-FFF2-40B4-BE49-F238E27FC236}">
                <a16:creationId xmlns:a16="http://schemas.microsoft.com/office/drawing/2014/main" xmlns="" id="{DC109AF5-9684-4C7C-8609-D82073175524}"/>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grpSp>
        <p:nvGrpSpPr>
          <p:cNvPr id="7" name="그룹 6">
            <a:extLst>
              <a:ext uri="{FF2B5EF4-FFF2-40B4-BE49-F238E27FC236}">
                <a16:creationId xmlns:a16="http://schemas.microsoft.com/office/drawing/2014/main" xmlns="" id="{FDEC6B4D-744D-4E9D-89EE-6B4FB27E7344}"/>
              </a:ext>
            </a:extLst>
          </p:cNvPr>
          <p:cNvGrpSpPr/>
          <p:nvPr userDrawn="1"/>
        </p:nvGrpSpPr>
        <p:grpSpPr>
          <a:xfrm>
            <a:off x="449612" y="1462227"/>
            <a:ext cx="9003600" cy="4500283"/>
            <a:chOff x="449612" y="1219200"/>
            <a:chExt cx="9003600" cy="4500283"/>
          </a:xfrm>
        </p:grpSpPr>
        <p:grpSp>
          <p:nvGrpSpPr>
            <p:cNvPr id="2" name="그룹 1">
              <a:extLst>
                <a:ext uri="{FF2B5EF4-FFF2-40B4-BE49-F238E27FC236}">
                  <a16:creationId xmlns:a16="http://schemas.microsoft.com/office/drawing/2014/main" xmlns="" id="{15B09C5B-34F7-4FED-9E9F-30D9359F898E}"/>
                </a:ext>
              </a:extLst>
            </p:cNvPr>
            <p:cNvGrpSpPr/>
            <p:nvPr userDrawn="1"/>
          </p:nvGrpSpPr>
          <p:grpSpPr>
            <a:xfrm>
              <a:off x="449612" y="1219200"/>
              <a:ext cx="9003600" cy="4500283"/>
              <a:chOff x="578678" y="1445207"/>
              <a:chExt cx="8748000" cy="4136077"/>
            </a:xfrm>
          </p:grpSpPr>
          <p:sp>
            <p:nvSpPr>
              <p:cNvPr id="3" name="직사각형 2"/>
              <p:cNvSpPr/>
              <p:nvPr userDrawn="1"/>
            </p:nvSpPr>
            <p:spPr>
              <a:xfrm>
                <a:off x="578678" y="2038352"/>
                <a:ext cx="8748000" cy="3542932"/>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userDrawn="1"/>
            </p:nvSpPr>
            <p:spPr>
              <a:xfrm>
                <a:off x="578678" y="1445207"/>
                <a:ext cx="8748000" cy="617940"/>
              </a:xfrm>
              <a:prstGeom prst="rect">
                <a:avLst/>
              </a:prstGeom>
              <a:solidFill>
                <a:srgbClr val="ECEFF6"/>
              </a:solidFill>
              <a:ln w="38100">
                <a:solidFill>
                  <a:srgbClr val="0D0D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이등변 삼각형 28"/>
              <p:cNvSpPr/>
              <p:nvPr userDrawn="1"/>
            </p:nvSpPr>
            <p:spPr>
              <a:xfrm rot="2700000">
                <a:off x="8915045" y="1573924"/>
                <a:ext cx="396525" cy="198725"/>
              </a:xfrm>
              <a:prstGeom prst="triangle">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4" name="그룹 23">
              <a:extLst>
                <a:ext uri="{FF2B5EF4-FFF2-40B4-BE49-F238E27FC236}">
                  <a16:creationId xmlns:a16="http://schemas.microsoft.com/office/drawing/2014/main" xmlns="" id="{13D70919-1A43-46D4-9CAD-A2E01D8807D4}"/>
                </a:ext>
              </a:extLst>
            </p:cNvPr>
            <p:cNvGrpSpPr/>
            <p:nvPr userDrawn="1"/>
          </p:nvGrpSpPr>
          <p:grpSpPr>
            <a:xfrm>
              <a:off x="747834" y="2165797"/>
              <a:ext cx="8539600" cy="1267182"/>
              <a:chOff x="805623" y="2423005"/>
              <a:chExt cx="8539600" cy="1267182"/>
            </a:xfrm>
          </p:grpSpPr>
          <p:grpSp>
            <p:nvGrpSpPr>
              <p:cNvPr id="25" name="그룹 24">
                <a:extLst>
                  <a:ext uri="{FF2B5EF4-FFF2-40B4-BE49-F238E27FC236}">
                    <a16:creationId xmlns:a16="http://schemas.microsoft.com/office/drawing/2014/main" xmlns="" id="{57BC89B2-745B-42C0-A2BD-AB73D818DF63}"/>
                  </a:ext>
                </a:extLst>
              </p:cNvPr>
              <p:cNvGrpSpPr/>
              <p:nvPr/>
            </p:nvGrpSpPr>
            <p:grpSpPr>
              <a:xfrm>
                <a:off x="966158" y="2423005"/>
                <a:ext cx="8379065" cy="1267182"/>
                <a:chOff x="1098893" y="2558690"/>
                <a:chExt cx="8379065" cy="1267182"/>
              </a:xfrm>
            </p:grpSpPr>
            <p:sp>
              <p:nvSpPr>
                <p:cNvPr id="27" name="직사각형 26">
                  <a:extLst>
                    <a:ext uri="{FF2B5EF4-FFF2-40B4-BE49-F238E27FC236}">
                      <a16:creationId xmlns:a16="http://schemas.microsoft.com/office/drawing/2014/main" xmlns="" id="{DBE993FE-4059-43C4-BE9B-506F5F93E2AC}"/>
                    </a:ext>
                  </a:extLst>
                </p:cNvPr>
                <p:cNvSpPr/>
                <p:nvPr/>
              </p:nvSpPr>
              <p:spPr>
                <a:xfrm>
                  <a:off x="1098894" y="2558690"/>
                  <a:ext cx="7907946" cy="207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Prevent collaboration cheating</a:t>
                  </a:r>
                </a:p>
              </p:txBody>
            </p:sp>
            <p:sp>
              <p:nvSpPr>
                <p:cNvPr id="28" name="직사각형 27">
                  <a:extLst>
                    <a:ext uri="{FF2B5EF4-FFF2-40B4-BE49-F238E27FC236}">
                      <a16:creationId xmlns:a16="http://schemas.microsoft.com/office/drawing/2014/main" xmlns="" id="{87DAFBC1-2EB6-4BFD-9C34-0D2CABDD431F}"/>
                    </a:ext>
                  </a:extLst>
                </p:cNvPr>
                <p:cNvSpPr/>
                <p:nvPr/>
              </p:nvSpPr>
              <p:spPr>
                <a:xfrm>
                  <a:off x="1098893" y="2799950"/>
                  <a:ext cx="8379065" cy="10259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The challenge for the teacher is to find ways to assess individual outcomes, while leveraging the benefits of collaboration. How do you know whether a student learned or cheated? Experts recommend revisiting course design and assessment, as well as explicitly and concretely discussing with the students on behaviors that will be interpreted as cheating. Experts encourage teachers to make assignments meaningful to students and to explain the value of what students will learn by completing them.</a:t>
                  </a:r>
                </a:p>
              </p:txBody>
            </p:sp>
          </p:grpSp>
          <p:sp>
            <p:nvSpPr>
              <p:cNvPr id="26" name="직사각형 25">
                <a:extLst>
                  <a:ext uri="{FF2B5EF4-FFF2-40B4-BE49-F238E27FC236}">
                    <a16:creationId xmlns:a16="http://schemas.microsoft.com/office/drawing/2014/main" xmlns="" id="{7A9CD47E-DFEB-409E-8A3C-002C106D4FF6}"/>
                  </a:ext>
                </a:extLst>
              </p:cNvPr>
              <p:cNvSpPr/>
              <p:nvPr/>
            </p:nvSpPr>
            <p:spPr>
              <a:xfrm>
                <a:off x="805623" y="2439855"/>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30" name="그룹 29">
              <a:extLst>
                <a:ext uri="{FF2B5EF4-FFF2-40B4-BE49-F238E27FC236}">
                  <a16:creationId xmlns:a16="http://schemas.microsoft.com/office/drawing/2014/main" xmlns="" id="{EA101DA7-28A0-4825-8294-91ED14409235}"/>
                </a:ext>
              </a:extLst>
            </p:cNvPr>
            <p:cNvGrpSpPr/>
            <p:nvPr userDrawn="1"/>
          </p:nvGrpSpPr>
          <p:grpSpPr>
            <a:xfrm>
              <a:off x="747834" y="3595777"/>
              <a:ext cx="8539600" cy="1876451"/>
              <a:chOff x="805623" y="3889855"/>
              <a:chExt cx="8539600" cy="1876451"/>
            </a:xfrm>
          </p:grpSpPr>
          <p:grpSp>
            <p:nvGrpSpPr>
              <p:cNvPr id="31" name="그룹 30">
                <a:extLst>
                  <a:ext uri="{FF2B5EF4-FFF2-40B4-BE49-F238E27FC236}">
                    <a16:creationId xmlns:a16="http://schemas.microsoft.com/office/drawing/2014/main" xmlns="" id="{6D52BA93-54E3-4CA4-81A3-AAAA6FD74E74}"/>
                  </a:ext>
                </a:extLst>
              </p:cNvPr>
              <p:cNvGrpSpPr/>
              <p:nvPr/>
            </p:nvGrpSpPr>
            <p:grpSpPr>
              <a:xfrm>
                <a:off x="958539" y="3889855"/>
                <a:ext cx="8386684" cy="1876451"/>
                <a:chOff x="1098894" y="2558690"/>
                <a:chExt cx="8386684" cy="1876451"/>
              </a:xfrm>
            </p:grpSpPr>
            <p:sp>
              <p:nvSpPr>
                <p:cNvPr id="33" name="직사각형 32">
                  <a:extLst>
                    <a:ext uri="{FF2B5EF4-FFF2-40B4-BE49-F238E27FC236}">
                      <a16:creationId xmlns:a16="http://schemas.microsoft.com/office/drawing/2014/main" xmlns="" id="{6A161631-0A23-4125-B4F4-FAA21DADAE31}"/>
                    </a:ext>
                  </a:extLst>
                </p:cNvPr>
                <p:cNvSpPr/>
                <p:nvPr/>
              </p:nvSpPr>
              <p:spPr>
                <a:xfrm>
                  <a:off x="1098894" y="2558690"/>
                  <a:ext cx="7907946" cy="205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400" b="1"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Collaborative learning environment</a:t>
                  </a:r>
                </a:p>
              </p:txBody>
            </p:sp>
            <p:sp>
              <p:nvSpPr>
                <p:cNvPr id="34" name="직사각형 33">
                  <a:extLst>
                    <a:ext uri="{FF2B5EF4-FFF2-40B4-BE49-F238E27FC236}">
                      <a16:creationId xmlns:a16="http://schemas.microsoft.com/office/drawing/2014/main" xmlns="" id="{A138E381-77DA-4306-A103-3A1DDA69FDFA}"/>
                    </a:ext>
                  </a:extLst>
                </p:cNvPr>
                <p:cNvSpPr/>
                <p:nvPr/>
              </p:nvSpPr>
              <p:spPr>
                <a:xfrm>
                  <a:off x="1098894" y="2799950"/>
                  <a:ext cx="8386684" cy="1635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nSpc>
                      <a:spcPts val="1600"/>
                    </a:lnSpc>
                  </a:pPr>
                  <a:r>
                    <a:rPr lang="en-US" altLang="ko-KR" sz="1300" dirty="0">
                      <a:solidFill>
                        <a:srgbClr val="0D0D0D"/>
                      </a:solidFill>
                      <a:latin typeface="SamsungOne-400" panose="020B0503030303020204" pitchFamily="34" charset="0"/>
                      <a:ea typeface="SamsungOne-400" panose="020B0503030303020204" pitchFamily="34" charset="0"/>
                      <a:cs typeface="Malgun Gothic Semilight" panose="020B0503020000020004" pitchFamily="34" charset="-127"/>
                    </a:rPr>
                    <a:t>A collaborative learning environment occurs anytime an instructor requires students to work together on learning activities. Collaborative learning environments can involve both formal and informal activities and may or may not include direct assessment. For example, pairs of students work on programming assignments; small groups of students discuss possible answers to a professor’s question during lecture; and students work together outside of class to learn new concepts. Collaborative learning is distinct from projects where students “divide and conquer.” When students divide the work, each is responsible for only part of the problem solving and there are very limited opportunities for working through problems with others. In collaborative environments, students are engaged in intellectual talk with each other.</a:t>
                  </a:r>
                </a:p>
              </p:txBody>
            </p:sp>
          </p:grpSp>
          <p:sp>
            <p:nvSpPr>
              <p:cNvPr id="32" name="직사각형 31">
                <a:extLst>
                  <a:ext uri="{FF2B5EF4-FFF2-40B4-BE49-F238E27FC236}">
                    <a16:creationId xmlns:a16="http://schemas.microsoft.com/office/drawing/2014/main" xmlns="" id="{E4812128-0A26-4117-A6F0-B97B55B1C046}"/>
                  </a:ext>
                </a:extLst>
              </p:cNvPr>
              <p:cNvSpPr/>
              <p:nvPr/>
            </p:nvSpPr>
            <p:spPr>
              <a:xfrm>
                <a:off x="805623" y="3897487"/>
                <a:ext cx="36000" cy="179958"/>
              </a:xfrm>
              <a:prstGeom prst="rect">
                <a:avLst/>
              </a:prstGeom>
              <a:solidFill>
                <a:srgbClr val="0D0D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latin typeface="SamsungOne-400" panose="020B0503030303020204" pitchFamily="34" charset="0"/>
                </a:endParaRPr>
              </a:p>
            </p:txBody>
          </p:sp>
        </p:grpSp>
        <p:grpSp>
          <p:nvGrpSpPr>
            <p:cNvPr id="40" name="그룹 39">
              <a:extLst>
                <a:ext uri="{FF2B5EF4-FFF2-40B4-BE49-F238E27FC236}">
                  <a16:creationId xmlns:a16="http://schemas.microsoft.com/office/drawing/2014/main" xmlns="" id="{D8D49945-C464-4DDD-ADD7-9189776293B8}"/>
                </a:ext>
              </a:extLst>
            </p:cNvPr>
            <p:cNvGrpSpPr/>
            <p:nvPr userDrawn="1"/>
          </p:nvGrpSpPr>
          <p:grpSpPr>
            <a:xfrm>
              <a:off x="589808" y="1345444"/>
              <a:ext cx="6615664" cy="430887"/>
              <a:chOff x="790976" y="1592058"/>
              <a:chExt cx="6615664" cy="430887"/>
            </a:xfrm>
          </p:grpSpPr>
          <p:sp>
            <p:nvSpPr>
              <p:cNvPr id="41" name="직사각형 40">
                <a:extLst>
                  <a:ext uri="{FF2B5EF4-FFF2-40B4-BE49-F238E27FC236}">
                    <a16:creationId xmlns:a16="http://schemas.microsoft.com/office/drawing/2014/main" xmlns="" id="{0BC8F9B7-B969-4E3D-817F-48154FD61D7A}"/>
                  </a:ext>
                </a:extLst>
              </p:cNvPr>
              <p:cNvSpPr/>
              <p:nvPr/>
            </p:nvSpPr>
            <p:spPr>
              <a:xfrm>
                <a:off x="1332314" y="1592058"/>
                <a:ext cx="607432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b="1" dirty="0">
                    <a:solidFill>
                      <a:srgbClr val="0D0D0D"/>
                    </a:solidFill>
                    <a:latin typeface="Samsung Sharp Sans Bold" pitchFamily="2" charset="0"/>
                    <a:ea typeface="Samsung Sharp Sans Bold" pitchFamily="2" charset="0"/>
                    <a:cs typeface="Samsung Sharp Sans Bold" pitchFamily="2" charset="0"/>
                  </a:rPr>
                  <a:t>Pair Programming Practice</a:t>
                </a:r>
              </a:p>
            </p:txBody>
          </p:sp>
          <p:pic>
            <p:nvPicPr>
              <p:cNvPr id="42" name="그림 41">
                <a:extLst>
                  <a:ext uri="{FF2B5EF4-FFF2-40B4-BE49-F238E27FC236}">
                    <a16:creationId xmlns:a16="http://schemas.microsoft.com/office/drawing/2014/main" xmlns="" id="{FD7DDC59-B654-4FF4-83F2-92986CFB8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976" y="1653961"/>
                <a:ext cx="374669" cy="323867"/>
              </a:xfrm>
              <a:prstGeom prst="rect">
                <a:avLst/>
              </a:prstGeom>
            </p:spPr>
          </p:pic>
        </p:grpSp>
      </p:grpSp>
    </p:spTree>
    <p:extLst>
      <p:ext uri="{BB962C8B-B14F-4D97-AF65-F5344CB8AC3E}">
        <p14:creationId xmlns:p14="http://schemas.microsoft.com/office/powerpoint/2010/main" val="3070742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cxnSp>
        <p:nvCxnSpPr>
          <p:cNvPr id="14" name="직선 연결선 13">
            <a:extLst>
              <a:ext uri="{FF2B5EF4-FFF2-40B4-BE49-F238E27FC236}">
                <a16:creationId xmlns:a16="http://schemas.microsoft.com/office/drawing/2014/main" xmlns="" id="{3BBBBCF4-8F64-4C44-B381-7016C297D04F}"/>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슬라이드 번호 개체 틀 15">
            <a:extLst>
              <a:ext uri="{FF2B5EF4-FFF2-40B4-BE49-F238E27FC236}">
                <a16:creationId xmlns:a16="http://schemas.microsoft.com/office/drawing/2014/main" xmlns="" id="{2FC1FA6A-7119-4287-A121-C31068A9FCD3}"/>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xmlns="" id="{94BFF8EC-69D9-42AE-A84D-CEFDE15AD513}"/>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25" name="슬라이드 번호 개체 틀 15">
            <a:extLst>
              <a:ext uri="{FF2B5EF4-FFF2-40B4-BE49-F238E27FC236}">
                <a16:creationId xmlns:a16="http://schemas.microsoft.com/office/drawing/2014/main" xmlns="" id="{677CDE39-59BE-45C6-A9E5-8F6A0BC09B81}"/>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grpSp>
        <p:nvGrpSpPr>
          <p:cNvPr id="13" name="그룹 2">
            <a:extLst>
              <a:ext uri="{FF2B5EF4-FFF2-40B4-BE49-F238E27FC236}">
                <a16:creationId xmlns:a16="http://schemas.microsoft.com/office/drawing/2014/main" xmlns="" id="{423B230F-BF07-4420-8C5E-EAE4EFC61AF1}"/>
              </a:ext>
            </a:extLst>
          </p:cNvPr>
          <p:cNvGrpSpPr/>
          <p:nvPr userDrawn="1"/>
        </p:nvGrpSpPr>
        <p:grpSpPr>
          <a:xfrm>
            <a:off x="0" y="1"/>
            <a:ext cx="9906000" cy="999802"/>
            <a:chOff x="0" y="1"/>
            <a:chExt cx="9906000" cy="999802"/>
          </a:xfrm>
        </p:grpSpPr>
        <p:sp>
          <p:nvSpPr>
            <p:cNvPr id="15" name="직사각형 9">
              <a:extLst>
                <a:ext uri="{FF2B5EF4-FFF2-40B4-BE49-F238E27FC236}">
                  <a16:creationId xmlns:a16="http://schemas.microsoft.com/office/drawing/2014/main" xmlns="" id="{85CF76A4-51CF-4D05-A1A1-2F9ED08538A3}"/>
                </a:ext>
              </a:extLst>
            </p:cNvPr>
            <p:cNvSpPr/>
            <p:nvPr userDrawn="1"/>
          </p:nvSpPr>
          <p:spPr>
            <a:xfrm>
              <a:off x="0" y="619930"/>
              <a:ext cx="9906000" cy="37987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6" name="직사각형 7">
              <a:extLst>
                <a:ext uri="{FF2B5EF4-FFF2-40B4-BE49-F238E27FC236}">
                  <a16:creationId xmlns:a16="http://schemas.microsoft.com/office/drawing/2014/main" xmlns="" id="{B99AF68C-BDD5-4210-9E4D-B73D0E1AF2BC}"/>
                </a:ext>
              </a:extLst>
            </p:cNvPr>
            <p:cNvSpPr/>
            <p:nvPr userDrawn="1"/>
          </p:nvSpPr>
          <p:spPr>
            <a:xfrm>
              <a:off x="0" y="1"/>
              <a:ext cx="9906000" cy="877824"/>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직사각형 9">
            <a:extLst>
              <a:ext uri="{FF2B5EF4-FFF2-40B4-BE49-F238E27FC236}">
                <a16:creationId xmlns:a16="http://schemas.microsoft.com/office/drawing/2014/main" xmlns="" id="{85CF76A4-51CF-4D05-A1A1-2F9ED08538A3}"/>
              </a:ext>
            </a:extLst>
          </p:cNvPr>
          <p:cNvSpPr/>
          <p:nvPr userDrawn="1"/>
        </p:nvSpPr>
        <p:spPr>
          <a:xfrm>
            <a:off x="0" y="788600"/>
            <a:ext cx="9906000" cy="276998"/>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직사각형 7">
            <a:extLst>
              <a:ext uri="{FF2B5EF4-FFF2-40B4-BE49-F238E27FC236}">
                <a16:creationId xmlns:a16="http://schemas.microsoft.com/office/drawing/2014/main" xmlns="" id="{B99AF68C-BDD5-4210-9E4D-B73D0E1AF2BC}"/>
              </a:ext>
            </a:extLst>
          </p:cNvPr>
          <p:cNvSpPr/>
          <p:nvPr userDrawn="1"/>
        </p:nvSpPr>
        <p:spPr>
          <a:xfrm>
            <a:off x="0" y="0"/>
            <a:ext cx="9906000" cy="927100"/>
          </a:xfrm>
          <a:prstGeom prst="rect">
            <a:avLst/>
          </a:prstGeom>
          <a:solidFill>
            <a:srgbClr val="142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260731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612" y="900000"/>
            <a:ext cx="9003600"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8"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1357378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xmlns=""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395"/>
            <a:ext cx="9902825" cy="6853605"/>
          </a:xfrm>
          <a:prstGeom prst="rect">
            <a:avLst/>
          </a:prstGeom>
        </p:spPr>
      </p:pic>
      <p:sp>
        <p:nvSpPr>
          <p:cNvPr id="2" name="직사각형 1"/>
          <p:cNvSpPr/>
          <p:nvPr userDrawn="1"/>
        </p:nvSpPr>
        <p:spPr>
          <a:xfrm>
            <a:off x="1" y="0"/>
            <a:ext cx="9902825"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60"/>
          </a:p>
        </p:txBody>
      </p:sp>
      <p:sp>
        <p:nvSpPr>
          <p:cNvPr id="7" name="직사각형 6">
            <a:extLst>
              <a:ext uri="{FF2B5EF4-FFF2-40B4-BE49-F238E27FC236}">
                <a16:creationId xmlns:a16="http://schemas.microsoft.com/office/drawing/2014/main" xmlns="" id="{782B242C-8600-47F0-98D5-6EA512C41BF2}"/>
              </a:ext>
            </a:extLst>
          </p:cNvPr>
          <p:cNvSpPr/>
          <p:nvPr userDrawn="1"/>
        </p:nvSpPr>
        <p:spPr>
          <a:xfrm>
            <a:off x="449612" y="5677031"/>
            <a:ext cx="9003600"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2022 SAMSUNG. All rights reserved.</a:t>
            </a:r>
          </a:p>
          <a:p>
            <a:pPr marL="0" marR="0" lvl="0" indent="0" algn="l" defTabSz="914400"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Samsung Electronics Corporate Citizenship Office holds the copyright of book.</a:t>
            </a:r>
          </a:p>
          <a:p>
            <a:pPr marL="0" marR="0" lvl="0" indent="0" algn="l" defTabSz="914400"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This book is a literary property protected by copyright law so reprint and reproduction without permission are prohibited. </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400C" panose="020B0506030303020204" pitchFamily="34" charset="0"/>
                <a:ea typeface="SamsungOne-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xmlns=""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3012" y="3022951"/>
            <a:ext cx="2476800" cy="812098"/>
          </a:xfrm>
          <a:prstGeom prst="rect">
            <a:avLst/>
          </a:prstGeom>
        </p:spPr>
      </p:pic>
      <p:sp>
        <p:nvSpPr>
          <p:cNvPr id="9" name="Freeform 5">
            <a:extLst>
              <a:ext uri="{FF2B5EF4-FFF2-40B4-BE49-F238E27FC236}">
                <a16:creationId xmlns:a16="http://schemas.microsoft.com/office/drawing/2014/main" xmlns="" id="{0D8AEED9-5E8F-4A4F-8427-AE314BEC60F8}"/>
              </a:ext>
            </a:extLst>
          </p:cNvPr>
          <p:cNvSpPr>
            <a:spLocks noChangeAspect="1" noEditPoints="1"/>
          </p:cNvSpPr>
          <p:nvPr userDrawn="1"/>
        </p:nvSpPr>
        <p:spPr bwMode="auto">
          <a:xfrm>
            <a:off x="449612" y="450000"/>
            <a:ext cx="129098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spTree>
    <p:extLst>
      <p:ext uri="{BB962C8B-B14F-4D97-AF65-F5344CB8AC3E}">
        <p14:creationId xmlns:p14="http://schemas.microsoft.com/office/powerpoint/2010/main" val="1773018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5" name="Freeform 5">
            <a:extLst>
              <a:ext uri="{FF2B5EF4-FFF2-40B4-BE49-F238E27FC236}">
                <a16:creationId xmlns:a16="http://schemas.microsoft.com/office/drawing/2014/main" xmlns="" id="{0D8AEED9-5E8F-4A4F-8427-AE314BEC60F8}"/>
              </a:ext>
            </a:extLst>
          </p:cNvPr>
          <p:cNvSpPr>
            <a:spLocks noChangeAspect="1" noEditPoints="1"/>
          </p:cNvSpPr>
          <p:nvPr userDrawn="1"/>
        </p:nvSpPr>
        <p:spPr bwMode="auto">
          <a:xfrm>
            <a:off x="449612" y="450000"/>
            <a:ext cx="1282433"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6998" y="6141164"/>
            <a:ext cx="1372004" cy="450000"/>
          </a:xfrm>
          <a:prstGeom prst="rect">
            <a:avLst/>
          </a:prstGeom>
        </p:spPr>
      </p:pic>
    </p:spTree>
    <p:extLst>
      <p:ext uri="{BB962C8B-B14F-4D97-AF65-F5344CB8AC3E}">
        <p14:creationId xmlns:p14="http://schemas.microsoft.com/office/powerpoint/2010/main" val="5493384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6" name="Freeform 5">
            <a:extLst>
              <a:ext uri="{FF2B5EF4-FFF2-40B4-BE49-F238E27FC236}">
                <a16:creationId xmlns:a16="http://schemas.microsoft.com/office/drawing/2014/main" xmlns="" id="{0D8AEED9-5E8F-4A4F-8427-AE314BEC60F8}"/>
              </a:ext>
            </a:extLst>
          </p:cNvPr>
          <p:cNvSpPr>
            <a:spLocks noChangeAspect="1" noEditPoints="1"/>
          </p:cNvSpPr>
          <p:nvPr userDrawn="1"/>
        </p:nvSpPr>
        <p:spPr bwMode="auto">
          <a:xfrm>
            <a:off x="449612" y="450000"/>
            <a:ext cx="1282433"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40" tIns="45720" rIns="91440" bIns="45720" numCol="1" anchor="t" anchorCtr="0" compatLnSpc="1">
            <a:prstTxWarp prst="textNoShape">
              <a:avLst/>
            </a:prstTxWarp>
            <a:scene3d>
              <a:camera prst="orthographicFront"/>
              <a:lightRig rig="threePt" dir="t"/>
            </a:scene3d>
            <a:sp3d>
              <a:bevelT w="0" h="6350"/>
            </a:sp3d>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960" noProof="0" dirty="0">
              <a:latin typeface="D2Coding" panose="020B0609020101020101" pitchFamily="49" charset="-127"/>
            </a:endParaRPr>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6998" y="6141164"/>
            <a:ext cx="1372004" cy="450000"/>
          </a:xfrm>
          <a:prstGeom prst="rect">
            <a:avLst/>
          </a:prstGeom>
        </p:spPr>
      </p:pic>
    </p:spTree>
    <p:extLst>
      <p:ext uri="{BB962C8B-B14F-4D97-AF65-F5344CB8AC3E}">
        <p14:creationId xmlns:p14="http://schemas.microsoft.com/office/powerpoint/2010/main" val="3857595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4036029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50" charset="0"/>
                <a:ea typeface="Samsung Sharp Sans Bold" pitchFamily="50" charset="0"/>
                <a:cs typeface="Samsung Sharp Sans Bold" pitchFamily="50"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107007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cxnSp>
        <p:nvCxnSpPr>
          <p:cNvPr id="12" name="직선 연결선 11">
            <a:extLst>
              <a:ext uri="{FF2B5EF4-FFF2-40B4-BE49-F238E27FC236}">
                <a16:creationId xmlns:a16="http://schemas.microsoft.com/office/drawing/2014/main" xmlns="" id="{107951CE-0A5B-4EC7-B663-290867B6A3B2}"/>
              </a:ext>
            </a:extLst>
          </p:cNvPr>
          <p:cNvCxnSpPr/>
          <p:nvPr userDrawn="1"/>
        </p:nvCxnSpPr>
        <p:spPr>
          <a:xfrm>
            <a:off x="449612" y="6424935"/>
            <a:ext cx="9003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xmlns="" id="{DB8B1220-1660-457F-B990-656A8230EA54}"/>
              </a:ext>
            </a:extLst>
          </p:cNvPr>
          <p:cNvSpPr txBox="1">
            <a:spLocks/>
          </p:cNvSpPr>
          <p:nvPr userDrawn="1"/>
        </p:nvSpPr>
        <p:spPr>
          <a:xfrm>
            <a:off x="8839176" y="6498000"/>
            <a:ext cx="614036"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914368"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xmlns="" id="{AA07D337-B9C3-4E5E-811E-AEFBB17ADEF5}"/>
              </a:ext>
            </a:extLst>
          </p:cNvPr>
          <p:cNvSpPr/>
          <p:nvPr userDrawn="1"/>
        </p:nvSpPr>
        <p:spPr>
          <a:xfrm>
            <a:off x="449612" y="6498000"/>
            <a:ext cx="2889714"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xmlns="" id="{CCEC8F59-794B-4743-A6D7-1BC9720006CB}"/>
              </a:ext>
            </a:extLst>
          </p:cNvPr>
          <p:cNvSpPr txBox="1">
            <a:spLocks/>
          </p:cNvSpPr>
          <p:nvPr userDrawn="1"/>
        </p:nvSpPr>
        <p:spPr>
          <a:xfrm>
            <a:off x="6849053" y="6498000"/>
            <a:ext cx="2350254"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368" rtl="0" eaLnBrk="1" fontAlgn="base" latinLnBrk="1" hangingPunct="1">
              <a:lnSpc>
                <a:spcPct val="100000"/>
              </a:lnSpc>
              <a:spcBef>
                <a:spcPct val="0"/>
              </a:spcBef>
              <a:spcAft>
                <a:spcPct val="0"/>
              </a:spcAft>
              <a:buClrTx/>
              <a:buSzTx/>
              <a:buFontTx/>
              <a:buNone/>
              <a:tabLst/>
              <a:defRPr/>
            </a:pPr>
            <a:r>
              <a:rPr kumimoji="1" lang="en-US" altLang="ko-KR" sz="900" kern="1200" dirty="0">
                <a:solidFill>
                  <a:schemeClr val="bg1">
                    <a:lumMod val="50000"/>
                  </a:schemeClr>
                </a:solidFill>
                <a:latin typeface="Samsung Sharp Sans Medium"/>
                <a:ea typeface="SamsungOne-400" panose="020B0503030303020204" pitchFamily="34" charset="0"/>
                <a:cs typeface="Arial Unicode MS" panose="020B0604020202020204" pitchFamily="50" charset="-127"/>
              </a:rPr>
              <a:t>Chapter 1. Coding and Programming</a:t>
            </a:r>
          </a:p>
        </p:txBody>
      </p:sp>
    </p:spTree>
    <p:extLst>
      <p:ext uri="{BB962C8B-B14F-4D97-AF65-F5344CB8AC3E}">
        <p14:creationId xmlns:p14="http://schemas.microsoft.com/office/powerpoint/2010/main" val="2731407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766776"/>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7" r:id="rId5"/>
    <p:sldLayoutId id="2147483788" r:id="rId6"/>
    <p:sldLayoutId id="2147483789" r:id="rId7"/>
    <p:sldLayoutId id="2147483790" r:id="rId8"/>
    <p:sldLayoutId id="2147483781" r:id="rId9"/>
    <p:sldLayoutId id="2147483782" r:id="rId10"/>
    <p:sldLayoutId id="2147483783" r:id="rId11"/>
    <p:sldLayoutId id="2147483784" r:id="rId12"/>
    <p:sldLayoutId id="2147483797" r:id="rId13"/>
    <p:sldLayoutId id="2147483798" r:id="rId14"/>
    <p:sldLayoutId id="2147483799" r:id="rId15"/>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microsoft.com/office/2018/10/relationships/comments" Target="../comments/modernComment_BCC_EC0F3BC6.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720000" y="2415408"/>
            <a:ext cx="5444317" cy="1572448"/>
            <a:chOff x="720000" y="2415408"/>
            <a:chExt cx="5444317" cy="1572448"/>
          </a:xfrm>
        </p:grpSpPr>
        <p:sp>
          <p:nvSpPr>
            <p:cNvPr id="15" name="직사각형 133">
              <a:extLst>
                <a:ext uri="{FF2B5EF4-FFF2-40B4-BE49-F238E27FC236}">
                  <a16:creationId xmlns:a16="http://schemas.microsoft.com/office/drawing/2014/main" xmlns="" id="{9ECD4F1E-56F2-4389-8493-B26C356AB15F}"/>
                </a:ext>
              </a:extLst>
            </p:cNvPr>
            <p:cNvSpPr/>
            <p:nvPr/>
          </p:nvSpPr>
          <p:spPr>
            <a:xfrm>
              <a:off x="720001" y="2415408"/>
              <a:ext cx="5444316" cy="8309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defRPr/>
              </a:pPr>
              <a:r>
                <a:rPr lang="en-US" altLang="ko-KR" sz="5400" dirty="0">
                  <a:solidFill>
                    <a:schemeClr val="tx1"/>
                  </a:solidFill>
                  <a:latin typeface="Samsung Sharp Sans Bold" pitchFamily="2" charset="0"/>
                  <a:ea typeface="Samsung Sharp Sans Bold" pitchFamily="2" charset="0"/>
                  <a:cs typeface="Samsung Sharp Sans Bold" pitchFamily="2" charset="0"/>
                </a:rPr>
                <a:t>Chapter Quiz</a:t>
              </a:r>
            </a:p>
          </p:txBody>
        </p:sp>
        <p:sp>
          <p:nvSpPr>
            <p:cNvPr id="27" name="직사각형 133">
              <a:extLst>
                <a:ext uri="{FF2B5EF4-FFF2-40B4-BE49-F238E27FC236}">
                  <a16:creationId xmlns:a16="http://schemas.microsoft.com/office/drawing/2014/main" xmlns="" id="{7E1FFB96-4B69-4AC9-8440-53675C6399E1}"/>
                </a:ext>
              </a:extLst>
            </p:cNvPr>
            <p:cNvSpPr/>
            <p:nvPr/>
          </p:nvSpPr>
          <p:spPr>
            <a:xfrm>
              <a:off x="990000" y="3618524"/>
              <a:ext cx="4527931"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a:defRPr/>
              </a:pPr>
              <a:r>
                <a:rPr lang="en-US" altLang="ko-KR" sz="2400" dirty="0">
                  <a:solidFill>
                    <a:srgbClr val="1428A0"/>
                  </a:solidFill>
                  <a:latin typeface="+mj-ea"/>
                  <a:ea typeface="+mj-ea"/>
                  <a:cs typeface="Samsung Sharp Sans Bold" pitchFamily="2" charset="0"/>
                </a:rPr>
                <a:t>Coding and Programming</a:t>
              </a:r>
              <a:endParaRPr lang="ko-KR" altLang="en-US" sz="2400" dirty="0">
                <a:solidFill>
                  <a:srgbClr val="1428A0"/>
                </a:solidFill>
                <a:latin typeface="+mj-ea"/>
                <a:ea typeface="+mj-ea"/>
                <a:cs typeface="Samsung Sharp Sans Bold" pitchFamily="2" charset="0"/>
              </a:endParaRPr>
            </a:p>
          </p:txBody>
        </p:sp>
        <p:sp>
          <p:nvSpPr>
            <p:cNvPr id="28" name="직사각형 14">
              <a:extLst>
                <a:ext uri="{FF2B5EF4-FFF2-40B4-BE49-F238E27FC236}">
                  <a16:creationId xmlns:a16="http://schemas.microsoft.com/office/drawing/2014/main" xmlns="" id="{6490A05B-990A-4F39-A4F0-CDC93970D232}"/>
                </a:ext>
              </a:extLst>
            </p:cNvPr>
            <p:cNvSpPr/>
            <p:nvPr/>
          </p:nvSpPr>
          <p:spPr>
            <a:xfrm>
              <a:off x="720000" y="3636262"/>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grpSp>
    </p:spTree>
    <p:extLst>
      <p:ext uri="{BB962C8B-B14F-4D97-AF65-F5344CB8AC3E}">
        <p14:creationId xmlns:p14="http://schemas.microsoft.com/office/powerpoint/2010/main" val="3006079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19999" y="2494446"/>
            <a:ext cx="5186279" cy="1497008"/>
            <a:chOff x="719999" y="2494446"/>
            <a:chExt cx="5186279" cy="1497008"/>
          </a:xfrm>
        </p:grpSpPr>
        <p:sp>
          <p:nvSpPr>
            <p:cNvPr id="36" name="직사각형 133">
              <a:extLst>
                <a:ext uri="{FF2B5EF4-FFF2-40B4-BE49-F238E27FC236}">
                  <a16:creationId xmlns:a16="http://schemas.microsoft.com/office/drawing/2014/main" xmlns="" id="{9ECD4F1E-56F2-4389-8493-B26C356AB15F}"/>
                </a:ext>
              </a:extLst>
            </p:cNvPr>
            <p:cNvSpPr/>
            <p:nvPr/>
          </p:nvSpPr>
          <p:spPr>
            <a:xfrm>
              <a:off x="990000" y="2494446"/>
              <a:ext cx="4916278" cy="6771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defRPr/>
              </a:pPr>
              <a:r>
                <a:rPr lang="en-US" altLang="ko-KR" sz="4400" dirty="0">
                  <a:solidFill>
                    <a:schemeClr val="tx1"/>
                  </a:solidFill>
                  <a:latin typeface="Samsung Sharp Sans Bold" pitchFamily="2" charset="0"/>
                  <a:ea typeface="Samsung Sharp Sans Bold" pitchFamily="2" charset="0"/>
                  <a:cs typeface="Samsung Sharp Sans Bold" pitchFamily="2" charset="0"/>
                </a:rPr>
                <a:t>Quiz</a:t>
              </a:r>
            </a:p>
          </p:txBody>
        </p:sp>
        <p:sp>
          <p:nvSpPr>
            <p:cNvPr id="37" name="직사각형 133">
              <a:extLst>
                <a:ext uri="{FF2B5EF4-FFF2-40B4-BE49-F238E27FC236}">
                  <a16:creationId xmlns:a16="http://schemas.microsoft.com/office/drawing/2014/main" xmlns="" id="{7E1FFB96-4B69-4AC9-8440-53675C6399E1}"/>
                </a:ext>
              </a:extLst>
            </p:cNvPr>
            <p:cNvSpPr/>
            <p:nvPr/>
          </p:nvSpPr>
          <p:spPr>
            <a:xfrm>
              <a:off x="990001" y="3622122"/>
              <a:ext cx="153888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200">
                <a:defRPr/>
              </a:pPr>
              <a:r>
                <a:rPr lang="en-US" altLang="ko-KR" sz="2400" dirty="0">
                  <a:solidFill>
                    <a:srgbClr val="1428A0"/>
                  </a:solidFill>
                  <a:latin typeface="Samsung Sharp Sans Bold" pitchFamily="2" charset="0"/>
                  <a:ea typeface="Samsung Sharp Sans Bold" pitchFamily="2" charset="0"/>
                  <a:cs typeface="Samsung Sharp Sans Bold" pitchFamily="2" charset="0"/>
                </a:rPr>
                <a:t>Chapter 4</a:t>
              </a:r>
            </a:p>
          </p:txBody>
        </p:sp>
        <p:sp>
          <p:nvSpPr>
            <p:cNvPr id="38" name="직사각형 14">
              <a:extLst>
                <a:ext uri="{FF2B5EF4-FFF2-40B4-BE49-F238E27FC236}">
                  <a16:creationId xmlns:a16="http://schemas.microsoft.com/office/drawing/2014/main" xmlns="" id="{6490A05B-990A-4F39-A4F0-CDC93970D232}"/>
                </a:ext>
              </a:extLst>
            </p:cNvPr>
            <p:cNvSpPr/>
            <p:nvPr/>
          </p:nvSpPr>
          <p:spPr>
            <a:xfrm>
              <a:off x="720000" y="3639860"/>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sp>
          <p:nvSpPr>
            <p:cNvPr id="39" name="직사각형 11">
              <a:extLst>
                <a:ext uri="{FF2B5EF4-FFF2-40B4-BE49-F238E27FC236}">
                  <a16:creationId xmlns:a16="http://schemas.microsoft.com/office/drawing/2014/main" xmlns="" id="{5D14EC55-4505-4D03-B538-D66AAACB366E}"/>
                </a:ext>
              </a:extLst>
            </p:cNvPr>
            <p:cNvSpPr/>
            <p:nvPr/>
          </p:nvSpPr>
          <p:spPr>
            <a:xfrm>
              <a:off x="719999" y="2494446"/>
              <a:ext cx="60008" cy="98069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SamsungOne-400" panose="020B0503030303020204" pitchFamily="34" charset="0"/>
                <a:ea typeface="맑은 고딕" panose="020B0503020000020004" pitchFamily="50" charset="-127"/>
              </a:endParaRPr>
            </a:p>
          </p:txBody>
        </p:sp>
      </p:grpSp>
      <p:sp>
        <p:nvSpPr>
          <p:cNvPr id="9" name="직사각형 8"/>
          <p:cNvSpPr/>
          <p:nvPr/>
        </p:nvSpPr>
        <p:spPr>
          <a:xfrm>
            <a:off x="719999" y="5382604"/>
            <a:ext cx="7030492" cy="586892"/>
          </a:xfrm>
          <a:prstGeom prst="rect">
            <a:avLst/>
          </a:prstGeom>
        </p:spPr>
        <p:txBody>
          <a:bodyPr wrap="square" lIns="0" tIns="0" rIns="0" bIns="0">
            <a:spAutoFit/>
          </a:bodyPr>
          <a:lstStyle/>
          <a:p>
            <a:pPr>
              <a:lnSpc>
                <a:spcPct val="107000"/>
              </a:lnSpc>
              <a:spcAft>
                <a:spcPts val="0"/>
              </a:spcAft>
            </a:pPr>
            <a:r>
              <a:rPr lang="ko-KR" altLang="ko-KR" sz="900" kern="100" dirty="0">
                <a:latin typeface="+mn-lt"/>
                <a:ea typeface="맑은 고딕" panose="020B0503020000020004" pitchFamily="50" charset="-127"/>
                <a:cs typeface="맑은 고딕" panose="020B0503020000020004" pitchFamily="50" charset="-127"/>
              </a:rPr>
              <a:t>ⓒ</a:t>
            </a:r>
            <a:r>
              <a:rPr lang="en-US" altLang="ko-KR" sz="900" kern="100" dirty="0">
                <a:latin typeface="+mn-lt"/>
                <a:ea typeface="SamsungOne-400"/>
                <a:cs typeface="Times New Roman" panose="02020603050405020304" pitchFamily="18" charset="0"/>
              </a:rPr>
              <a:t>2023 SAMSUNG. All rights reserved.</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Samsung Electronics Corporate Citizenship Office holds the copyright of this document.</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This document is a literary property protected by copyright law so reprint and reproduction without permission are prohibited. </a:t>
            </a:r>
            <a:endParaRPr lang="ko-KR" altLang="ko-KR" sz="900" kern="100" dirty="0">
              <a:latin typeface="+mn-lt"/>
              <a:ea typeface="맑은 고딕" panose="020B0503020000020004" pitchFamily="50" charset="-127"/>
              <a:cs typeface="Times New Roman" panose="02020603050405020304" pitchFamily="18" charset="0"/>
            </a:endParaRPr>
          </a:p>
          <a:p>
            <a:pPr>
              <a:lnSpc>
                <a:spcPct val="107000"/>
              </a:lnSpc>
              <a:spcAft>
                <a:spcPts val="0"/>
              </a:spcAft>
            </a:pPr>
            <a:r>
              <a:rPr lang="en-US" altLang="ko-KR" sz="900" kern="100" dirty="0">
                <a:latin typeface="+mn-lt"/>
                <a:ea typeface="SamsungOne-400"/>
                <a:cs typeface="Times New Roman" panose="02020603050405020304" pitchFamily="18" charset="0"/>
              </a:rPr>
              <a:t>To use this document other than the curriculum of Samsung innovation Campus, you must receive written consent from copyright holder.</a:t>
            </a:r>
            <a:endParaRPr lang="ko-KR" altLang="ko-KR" sz="900" kern="100" dirty="0">
              <a:effectLst/>
              <a:latin typeface="+mn-lt"/>
              <a:ea typeface="맑은 고딕" panose="020B0503020000020004" pitchFamily="50" charset="-127"/>
              <a:cs typeface="Times New Roman" panose="02020603050405020304" pitchFamily="18" charset="0"/>
            </a:endParaRPr>
          </a:p>
        </p:txBody>
      </p:sp>
      <p:sp>
        <p:nvSpPr>
          <p:cNvPr id="3" name="Rounded Rectangle 2"/>
          <p:cNvSpPr/>
          <p:nvPr/>
        </p:nvSpPr>
        <p:spPr>
          <a:xfrm>
            <a:off x="2948875" y="3648183"/>
            <a:ext cx="1707964" cy="305232"/>
          </a:xfrm>
          <a:prstGeom prst="round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r>
              <a:rPr lang="en-US" altLang="ko-KR" sz="1600" dirty="0">
                <a:solidFill>
                  <a:schemeClr val="bg1"/>
                </a:solidFill>
                <a:latin typeface="Samsung Sharp Sans Bold" pitchFamily="2" charset="0"/>
                <a:ea typeface="Samsung Sharp Sans Bold" pitchFamily="2" charset="0"/>
                <a:cs typeface="Samsung Sharp Sans Bold" pitchFamily="2" charset="0"/>
              </a:rPr>
              <a:t>For Student</a:t>
            </a:r>
            <a:endParaRPr lang="ko-KR" altLang="en-US" sz="1600" dirty="0">
              <a:solidFill>
                <a:schemeClr val="bg1"/>
              </a:solidFill>
              <a:latin typeface="Samsung Sharp Sans Bold" pitchFamily="2" charset="0"/>
              <a:ea typeface="Samsung Sharp Sans Bold" pitchFamily="2" charset="0"/>
              <a:cs typeface="Samsung Sharp Sans Bold" pitchFamily="2" charset="0"/>
            </a:endParaRPr>
          </a:p>
        </p:txBody>
      </p:sp>
    </p:spTree>
    <p:extLst>
      <p:ext uri="{BB962C8B-B14F-4D97-AF65-F5344CB8AC3E}">
        <p14:creationId xmlns:p14="http://schemas.microsoft.com/office/powerpoint/2010/main" val="3960421318"/>
      </p:ext>
    </p:extLst>
  </p:cSld>
  <p:clrMapOvr>
    <a:masterClrMapping/>
  </p:clrMapOvr>
  <p:extLst>
    <p:ext uri="{6950BFC3-D8DA-4A85-94F7-54DA5524770B}">
      <p188:commentRel xmlns:p188="http://schemas.microsoft.com/office/powerpoint/2018/8/main" xmlns=""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22-01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23"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22</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Stack</a:t>
            </a:r>
          </a:p>
        </p:txBody>
      </p:sp>
      <p:grpSp>
        <p:nvGrpSpPr>
          <p:cNvPr id="4" name="그룹 3">
            <a:extLst>
              <a:ext uri="{FF2B5EF4-FFF2-40B4-BE49-F238E27FC236}">
                <a16:creationId xmlns:a16="http://schemas.microsoft.com/office/drawing/2014/main" xmlns="" id="{D0DFCE4E-C7DE-54C9-6BB1-2512B8E74D33}"/>
              </a:ext>
            </a:extLst>
          </p:cNvPr>
          <p:cNvGrpSpPr/>
          <p:nvPr/>
        </p:nvGrpSpPr>
        <p:grpSpPr>
          <a:xfrm>
            <a:off x="463014" y="1796543"/>
            <a:ext cx="8924982" cy="2496057"/>
            <a:chOff x="463014" y="1796543"/>
            <a:chExt cx="8924982" cy="2496057"/>
          </a:xfrm>
        </p:grpSpPr>
        <p:grpSp>
          <p:nvGrpSpPr>
            <p:cNvPr id="5" name="Group 4"/>
            <p:cNvGrpSpPr/>
            <p:nvPr/>
          </p:nvGrpSpPr>
          <p:grpSpPr>
            <a:xfrm>
              <a:off x="463014" y="1796543"/>
              <a:ext cx="8924982" cy="2496057"/>
              <a:chOff x="463014" y="1796543"/>
              <a:chExt cx="8924982" cy="2496057"/>
            </a:xfrm>
          </p:grpSpPr>
          <p:sp>
            <p:nvSpPr>
              <p:cNvPr id="26" name="직사각형 2"/>
              <p:cNvSpPr/>
              <p:nvPr/>
            </p:nvSpPr>
            <p:spPr>
              <a:xfrm>
                <a:off x="463014" y="1796543"/>
                <a:ext cx="8924982" cy="2496057"/>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27" name="직사각형 2"/>
              <p:cNvSpPr/>
              <p:nvPr/>
            </p:nvSpPr>
            <p:spPr>
              <a:xfrm>
                <a:off x="532099" y="1823457"/>
                <a:ext cx="8786811" cy="5382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The following is the implantation of stack. What will be the output of the code below?</a:t>
                </a:r>
                <a:endParaRPr lang="en-US" altLang="ko-KR" sz="1300" b="1" u="sng" dirty="0">
                  <a:solidFill>
                    <a:srgbClr val="0D0D0D"/>
                  </a:solidFill>
                  <a:latin typeface="SamsungOne-400" panose="020B0503030303020204" pitchFamily="34" charset="0"/>
                  <a:ea typeface="SamsungOne-400" panose="020B0503030303020204" pitchFamily="34" charset="0"/>
                </a:endParaRPr>
              </a:p>
            </p:txBody>
          </p:sp>
        </p:grpSp>
        <p:pic>
          <p:nvPicPr>
            <p:cNvPr id="3" name="그림 2">
              <a:extLst>
                <a:ext uri="{FF2B5EF4-FFF2-40B4-BE49-F238E27FC236}">
                  <a16:creationId xmlns:a16="http://schemas.microsoft.com/office/drawing/2014/main" xmlns="" id="{74864E03-89C5-D79A-0EE1-21551F3FE876}"/>
                </a:ext>
              </a:extLst>
            </p:cNvPr>
            <p:cNvPicPr>
              <a:picLocks noChangeAspect="1"/>
            </p:cNvPicPr>
            <p:nvPr/>
          </p:nvPicPr>
          <p:blipFill rotWithShape="1">
            <a:blip r:embed="rId3"/>
            <a:srcRect r="13812" b="13315"/>
            <a:stretch/>
          </p:blipFill>
          <p:spPr>
            <a:xfrm>
              <a:off x="633407" y="2261843"/>
              <a:ext cx="8537753" cy="1875591"/>
            </a:xfrm>
            <a:prstGeom prst="rect">
              <a:avLst/>
            </a:prstGeom>
          </p:spPr>
        </p:pic>
      </p:grpSp>
    </p:spTree>
    <p:extLst>
      <p:ext uri="{BB962C8B-B14F-4D97-AF65-F5344CB8AC3E}">
        <p14:creationId xmlns:p14="http://schemas.microsoft.com/office/powerpoint/2010/main" val="2209018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22-02</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23"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22</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Stack</a:t>
            </a:r>
          </a:p>
        </p:txBody>
      </p:sp>
      <p:grpSp>
        <p:nvGrpSpPr>
          <p:cNvPr id="6" name="그룹 5">
            <a:extLst>
              <a:ext uri="{FF2B5EF4-FFF2-40B4-BE49-F238E27FC236}">
                <a16:creationId xmlns:a16="http://schemas.microsoft.com/office/drawing/2014/main" xmlns="" id="{CBE927FD-0A89-FC53-5959-2E96C6A42CB5}"/>
              </a:ext>
            </a:extLst>
          </p:cNvPr>
          <p:cNvGrpSpPr/>
          <p:nvPr/>
        </p:nvGrpSpPr>
        <p:grpSpPr>
          <a:xfrm>
            <a:off x="463014" y="1796543"/>
            <a:ext cx="8924982" cy="2127757"/>
            <a:chOff x="463014" y="1796543"/>
            <a:chExt cx="8924982" cy="2127757"/>
          </a:xfrm>
        </p:grpSpPr>
        <p:grpSp>
          <p:nvGrpSpPr>
            <p:cNvPr id="3" name="Group 2"/>
            <p:cNvGrpSpPr/>
            <p:nvPr/>
          </p:nvGrpSpPr>
          <p:grpSpPr>
            <a:xfrm>
              <a:off x="463014" y="1796543"/>
              <a:ext cx="8924982" cy="2127757"/>
              <a:chOff x="463014" y="1796543"/>
              <a:chExt cx="8924982" cy="2127757"/>
            </a:xfrm>
          </p:grpSpPr>
          <p:sp>
            <p:nvSpPr>
              <p:cNvPr id="26" name="직사각형 2"/>
              <p:cNvSpPr/>
              <p:nvPr/>
            </p:nvSpPr>
            <p:spPr>
              <a:xfrm>
                <a:off x="463014" y="1796543"/>
                <a:ext cx="8924982" cy="2127757"/>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27" name="직사각형 2"/>
              <p:cNvSpPr/>
              <p:nvPr/>
            </p:nvSpPr>
            <p:spPr>
              <a:xfrm>
                <a:off x="532099" y="1823457"/>
                <a:ext cx="8786811" cy="5382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The following is the implantation of stack. What will be the output of the code below?</a:t>
                </a:r>
              </a:p>
            </p:txBody>
          </p:sp>
        </p:grpSp>
        <p:pic>
          <p:nvPicPr>
            <p:cNvPr id="5" name="그림 4">
              <a:extLst>
                <a:ext uri="{FF2B5EF4-FFF2-40B4-BE49-F238E27FC236}">
                  <a16:creationId xmlns:a16="http://schemas.microsoft.com/office/drawing/2014/main" xmlns="" id="{F64E734E-F084-D6DB-23D6-BD3D8E351234}"/>
                </a:ext>
              </a:extLst>
            </p:cNvPr>
            <p:cNvPicPr>
              <a:picLocks noChangeAspect="1"/>
            </p:cNvPicPr>
            <p:nvPr/>
          </p:nvPicPr>
          <p:blipFill rotWithShape="1">
            <a:blip r:embed="rId3"/>
            <a:srcRect r="13427" b="15943"/>
            <a:stretch/>
          </p:blipFill>
          <p:spPr>
            <a:xfrm>
              <a:off x="631433" y="2272110"/>
              <a:ext cx="8575941" cy="1503185"/>
            </a:xfrm>
            <a:prstGeom prst="rect">
              <a:avLst/>
            </a:prstGeom>
          </p:spPr>
        </p:pic>
      </p:grpSp>
    </p:spTree>
    <p:extLst>
      <p:ext uri="{BB962C8B-B14F-4D97-AF65-F5344CB8AC3E}">
        <p14:creationId xmlns:p14="http://schemas.microsoft.com/office/powerpoint/2010/main" val="3122507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23-01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2"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23</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Queue</a:t>
            </a:r>
          </a:p>
        </p:txBody>
      </p:sp>
      <p:grpSp>
        <p:nvGrpSpPr>
          <p:cNvPr id="3" name="그룹 2">
            <a:extLst>
              <a:ext uri="{FF2B5EF4-FFF2-40B4-BE49-F238E27FC236}">
                <a16:creationId xmlns:a16="http://schemas.microsoft.com/office/drawing/2014/main" xmlns="" id="{F1B826EE-3D67-B93E-F79D-016BF8C9BB36}"/>
              </a:ext>
            </a:extLst>
          </p:cNvPr>
          <p:cNvGrpSpPr/>
          <p:nvPr/>
        </p:nvGrpSpPr>
        <p:grpSpPr>
          <a:xfrm>
            <a:off x="463014" y="1796543"/>
            <a:ext cx="8924982" cy="2496324"/>
            <a:chOff x="463014" y="1796543"/>
            <a:chExt cx="8924982" cy="2496324"/>
          </a:xfrm>
        </p:grpSpPr>
        <p:grpSp>
          <p:nvGrpSpPr>
            <p:cNvPr id="4" name="그룹 3"/>
            <p:cNvGrpSpPr/>
            <p:nvPr/>
          </p:nvGrpSpPr>
          <p:grpSpPr>
            <a:xfrm>
              <a:off x="463014" y="1796543"/>
              <a:ext cx="8924982" cy="2496324"/>
              <a:chOff x="463014" y="1796543"/>
              <a:chExt cx="8924982" cy="2496324"/>
            </a:xfrm>
          </p:grpSpPr>
          <p:sp>
            <p:nvSpPr>
              <p:cNvPr id="26" name="직사각형 2"/>
              <p:cNvSpPr/>
              <p:nvPr/>
            </p:nvSpPr>
            <p:spPr>
              <a:xfrm>
                <a:off x="463014" y="1796543"/>
                <a:ext cx="8924982" cy="2496324"/>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27" name="직사각형 2"/>
              <p:cNvSpPr/>
              <p:nvPr/>
            </p:nvSpPr>
            <p:spPr>
              <a:xfrm>
                <a:off x="532099" y="1823457"/>
                <a:ext cx="8786811" cy="5382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This is the implementation of queue. What will be the output of the code below?</a:t>
                </a:r>
              </a:p>
            </p:txBody>
          </p:sp>
        </p:grpSp>
        <p:pic>
          <p:nvPicPr>
            <p:cNvPr id="2" name="그림 1">
              <a:extLst>
                <a:ext uri="{FF2B5EF4-FFF2-40B4-BE49-F238E27FC236}">
                  <a16:creationId xmlns:a16="http://schemas.microsoft.com/office/drawing/2014/main" xmlns="" id="{9D0CBCC2-B14A-A56C-ABB6-78B42A3D28DB}"/>
                </a:ext>
              </a:extLst>
            </p:cNvPr>
            <p:cNvPicPr>
              <a:picLocks noChangeAspect="1"/>
            </p:cNvPicPr>
            <p:nvPr/>
          </p:nvPicPr>
          <p:blipFill rotWithShape="1">
            <a:blip r:embed="rId3"/>
            <a:srcRect r="13646" b="12714"/>
            <a:stretch/>
          </p:blipFill>
          <p:spPr>
            <a:xfrm>
              <a:off x="625946" y="2260946"/>
              <a:ext cx="8554268" cy="1870380"/>
            </a:xfrm>
            <a:prstGeom prst="rect">
              <a:avLst/>
            </a:prstGeom>
          </p:spPr>
        </p:pic>
      </p:grpSp>
    </p:spTree>
    <p:extLst>
      <p:ext uri="{BB962C8B-B14F-4D97-AF65-F5344CB8AC3E}">
        <p14:creationId xmlns:p14="http://schemas.microsoft.com/office/powerpoint/2010/main" val="441836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23-02</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2"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23</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Queue</a:t>
            </a:r>
          </a:p>
        </p:txBody>
      </p:sp>
      <p:grpSp>
        <p:nvGrpSpPr>
          <p:cNvPr id="4" name="그룹 3">
            <a:extLst>
              <a:ext uri="{FF2B5EF4-FFF2-40B4-BE49-F238E27FC236}">
                <a16:creationId xmlns:a16="http://schemas.microsoft.com/office/drawing/2014/main" xmlns="" id="{DC009D45-199E-38C8-6228-051B323AF9A2}"/>
              </a:ext>
            </a:extLst>
          </p:cNvPr>
          <p:cNvGrpSpPr/>
          <p:nvPr/>
        </p:nvGrpSpPr>
        <p:grpSpPr>
          <a:xfrm>
            <a:off x="463014" y="1796543"/>
            <a:ext cx="8924982" cy="2140190"/>
            <a:chOff x="463014" y="1796543"/>
            <a:chExt cx="8924982" cy="2140190"/>
          </a:xfrm>
        </p:grpSpPr>
        <p:grpSp>
          <p:nvGrpSpPr>
            <p:cNvPr id="2" name="그룹 1"/>
            <p:cNvGrpSpPr/>
            <p:nvPr/>
          </p:nvGrpSpPr>
          <p:grpSpPr>
            <a:xfrm>
              <a:off x="463014" y="1796543"/>
              <a:ext cx="8924982" cy="2140190"/>
              <a:chOff x="463014" y="1796543"/>
              <a:chExt cx="8924982" cy="2140190"/>
            </a:xfrm>
          </p:grpSpPr>
          <p:sp>
            <p:nvSpPr>
              <p:cNvPr id="26" name="직사각형 2"/>
              <p:cNvSpPr/>
              <p:nvPr/>
            </p:nvSpPr>
            <p:spPr>
              <a:xfrm>
                <a:off x="463014" y="1796543"/>
                <a:ext cx="8924982" cy="2140190"/>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27" name="직사각형 2"/>
              <p:cNvSpPr/>
              <p:nvPr/>
            </p:nvSpPr>
            <p:spPr>
              <a:xfrm>
                <a:off x="532099" y="1823457"/>
                <a:ext cx="8786811" cy="5382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This is the implementation of queue. What will be the output of the code below?</a:t>
                </a:r>
              </a:p>
            </p:txBody>
          </p:sp>
        </p:grpSp>
        <p:pic>
          <p:nvPicPr>
            <p:cNvPr id="3" name="그림 2">
              <a:extLst>
                <a:ext uri="{FF2B5EF4-FFF2-40B4-BE49-F238E27FC236}">
                  <a16:creationId xmlns:a16="http://schemas.microsoft.com/office/drawing/2014/main" xmlns="" id="{9ECC9738-E231-A555-2E62-1493E8DB3B00}"/>
                </a:ext>
              </a:extLst>
            </p:cNvPr>
            <p:cNvPicPr>
              <a:picLocks noChangeAspect="1"/>
            </p:cNvPicPr>
            <p:nvPr/>
          </p:nvPicPr>
          <p:blipFill rotWithShape="1">
            <a:blip r:embed="rId3"/>
            <a:srcRect r="13724" b="16847"/>
            <a:stretch/>
          </p:blipFill>
          <p:spPr>
            <a:xfrm>
              <a:off x="633743" y="2252822"/>
              <a:ext cx="8546471" cy="1504366"/>
            </a:xfrm>
            <a:prstGeom prst="rect">
              <a:avLst/>
            </a:prstGeom>
          </p:spPr>
        </p:pic>
      </p:grpSp>
    </p:spTree>
    <p:extLst>
      <p:ext uri="{BB962C8B-B14F-4D97-AF65-F5344CB8AC3E}">
        <p14:creationId xmlns:p14="http://schemas.microsoft.com/office/powerpoint/2010/main" val="2713180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24-01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4"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24</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Sequential Search</a:t>
            </a:r>
          </a:p>
        </p:txBody>
      </p:sp>
      <p:grpSp>
        <p:nvGrpSpPr>
          <p:cNvPr id="8" name="그룹 7"/>
          <p:cNvGrpSpPr/>
          <p:nvPr/>
        </p:nvGrpSpPr>
        <p:grpSpPr>
          <a:xfrm>
            <a:off x="463014" y="1796542"/>
            <a:ext cx="8924982" cy="3051683"/>
            <a:chOff x="463014" y="1796542"/>
            <a:chExt cx="8924982" cy="3051683"/>
          </a:xfrm>
        </p:grpSpPr>
        <p:sp>
          <p:nvSpPr>
            <p:cNvPr id="3" name="직사각형 2"/>
            <p:cNvSpPr/>
            <p:nvPr/>
          </p:nvSpPr>
          <p:spPr>
            <a:xfrm>
              <a:off x="463014" y="1796542"/>
              <a:ext cx="8924982" cy="3051683"/>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15" name="직사각형 2"/>
            <p:cNvSpPr/>
            <p:nvPr/>
          </p:nvSpPr>
          <p:spPr>
            <a:xfrm>
              <a:off x="532099" y="1823457"/>
              <a:ext cx="8786811" cy="5382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What does the algorithm of the find_two() function below do? Analyze the code and write the execution result.</a:t>
              </a:r>
            </a:p>
          </p:txBody>
        </p:sp>
        <p:pic>
          <p:nvPicPr>
            <p:cNvPr id="7" name="그림 6"/>
            <p:cNvPicPr>
              <a:picLocks noChangeAspect="1"/>
            </p:cNvPicPr>
            <p:nvPr/>
          </p:nvPicPr>
          <p:blipFill rotWithShape="1">
            <a:blip r:embed="rId3"/>
            <a:srcRect r="4026"/>
            <a:stretch/>
          </p:blipFill>
          <p:spPr>
            <a:xfrm>
              <a:off x="614249" y="2258102"/>
              <a:ext cx="8557183" cy="2450432"/>
            </a:xfrm>
            <a:prstGeom prst="rect">
              <a:avLst/>
            </a:prstGeom>
          </p:spPr>
        </p:pic>
      </p:grpSp>
    </p:spTree>
    <p:extLst>
      <p:ext uri="{BB962C8B-B14F-4D97-AF65-F5344CB8AC3E}">
        <p14:creationId xmlns:p14="http://schemas.microsoft.com/office/powerpoint/2010/main" val="2091039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24-02</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1"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24</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Sequential Search</a:t>
            </a:r>
          </a:p>
        </p:txBody>
      </p:sp>
      <p:grpSp>
        <p:nvGrpSpPr>
          <p:cNvPr id="13" name="그룹 12"/>
          <p:cNvGrpSpPr/>
          <p:nvPr/>
        </p:nvGrpSpPr>
        <p:grpSpPr>
          <a:xfrm>
            <a:off x="463014" y="1796542"/>
            <a:ext cx="8924982" cy="3594608"/>
            <a:chOff x="463014" y="1796542"/>
            <a:chExt cx="8924982" cy="3594608"/>
          </a:xfrm>
        </p:grpSpPr>
        <p:grpSp>
          <p:nvGrpSpPr>
            <p:cNvPr id="2" name="그룹 1"/>
            <p:cNvGrpSpPr/>
            <p:nvPr/>
          </p:nvGrpSpPr>
          <p:grpSpPr>
            <a:xfrm>
              <a:off x="463014" y="1796542"/>
              <a:ext cx="8924982" cy="3594608"/>
              <a:chOff x="463014" y="1796542"/>
              <a:chExt cx="8924982" cy="3594608"/>
            </a:xfrm>
          </p:grpSpPr>
          <p:sp>
            <p:nvSpPr>
              <p:cNvPr id="5" name="직사각형 4"/>
              <p:cNvSpPr/>
              <p:nvPr/>
            </p:nvSpPr>
            <p:spPr>
              <a:xfrm>
                <a:off x="463014" y="1796542"/>
                <a:ext cx="8924982" cy="3594608"/>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6" name="직사각형 2"/>
              <p:cNvSpPr/>
              <p:nvPr/>
            </p:nvSpPr>
            <p:spPr>
              <a:xfrm>
                <a:off x="532099" y="1823457"/>
                <a:ext cx="8786811" cy="5382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How many comparisons should the </a:t>
                </a:r>
                <a:r>
                  <a:rPr lang="en-US" altLang="ko-KR" sz="1300" b="1" dirty="0" err="1">
                    <a:solidFill>
                      <a:srgbClr val="0D0D0D"/>
                    </a:solidFill>
                    <a:latin typeface="SamsungOne-400" panose="020B0503030303020204" pitchFamily="34" charset="0"/>
                    <a:ea typeface="SamsungOne-400" panose="020B0503030303020204" pitchFamily="34" charset="0"/>
                  </a:rPr>
                  <a:t>find_two</a:t>
                </a:r>
                <a:r>
                  <a:rPr lang="en-US" altLang="ko-KR" sz="1300" b="1" dirty="0">
                    <a:solidFill>
                      <a:srgbClr val="0D0D0D"/>
                    </a:solidFill>
                    <a:latin typeface="SamsungOne-400" panose="020B0503030303020204" pitchFamily="34" charset="0"/>
                    <a:ea typeface="SamsungOne-400" panose="020B0503030303020204" pitchFamily="34" charset="0"/>
                  </a:rPr>
                  <a:t>() function perform?</a:t>
                </a:r>
              </a:p>
            </p:txBody>
          </p:sp>
        </p:grpSp>
        <p:pic>
          <p:nvPicPr>
            <p:cNvPr id="12" name="그림 11"/>
            <p:cNvPicPr>
              <a:picLocks noChangeAspect="1"/>
            </p:cNvPicPr>
            <p:nvPr/>
          </p:nvPicPr>
          <p:blipFill rotWithShape="1">
            <a:blip r:embed="rId3"/>
            <a:srcRect r="12374"/>
            <a:stretch/>
          </p:blipFill>
          <p:spPr>
            <a:xfrm>
              <a:off x="642796" y="2250868"/>
              <a:ext cx="8523962" cy="3008296"/>
            </a:xfrm>
            <a:prstGeom prst="rect">
              <a:avLst/>
            </a:prstGeom>
          </p:spPr>
        </p:pic>
      </p:grpSp>
    </p:spTree>
    <p:extLst>
      <p:ext uri="{BB962C8B-B14F-4D97-AF65-F5344CB8AC3E}">
        <p14:creationId xmlns:p14="http://schemas.microsoft.com/office/powerpoint/2010/main" val="1711979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25-01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3"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25</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Binary Search</a:t>
            </a:r>
          </a:p>
        </p:txBody>
      </p:sp>
      <p:grpSp>
        <p:nvGrpSpPr>
          <p:cNvPr id="5" name="그룹 4">
            <a:extLst>
              <a:ext uri="{FF2B5EF4-FFF2-40B4-BE49-F238E27FC236}">
                <a16:creationId xmlns:a16="http://schemas.microsoft.com/office/drawing/2014/main" xmlns="" id="{687A554D-3EEB-556B-608B-50B8CADD9B5F}"/>
              </a:ext>
            </a:extLst>
          </p:cNvPr>
          <p:cNvGrpSpPr/>
          <p:nvPr/>
        </p:nvGrpSpPr>
        <p:grpSpPr>
          <a:xfrm>
            <a:off x="463014" y="1796542"/>
            <a:ext cx="8924982" cy="4413758"/>
            <a:chOff x="463014" y="1796542"/>
            <a:chExt cx="8924982" cy="4413758"/>
          </a:xfrm>
        </p:grpSpPr>
        <p:grpSp>
          <p:nvGrpSpPr>
            <p:cNvPr id="2" name="그룹 1"/>
            <p:cNvGrpSpPr/>
            <p:nvPr/>
          </p:nvGrpSpPr>
          <p:grpSpPr>
            <a:xfrm>
              <a:off x="463014" y="1796542"/>
              <a:ext cx="8924982" cy="4413758"/>
              <a:chOff x="463014" y="1796542"/>
              <a:chExt cx="8924982" cy="4413758"/>
            </a:xfrm>
          </p:grpSpPr>
          <p:sp>
            <p:nvSpPr>
              <p:cNvPr id="3" name="직사각형 2"/>
              <p:cNvSpPr/>
              <p:nvPr/>
            </p:nvSpPr>
            <p:spPr>
              <a:xfrm>
                <a:off x="463014" y="1796542"/>
                <a:ext cx="8924982" cy="4413758"/>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15" name="직사각형 2"/>
              <p:cNvSpPr/>
              <p:nvPr/>
            </p:nvSpPr>
            <p:spPr>
              <a:xfrm>
                <a:off x="532099" y="1823457"/>
                <a:ext cx="8786811" cy="72984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The following is the code for the number matching game. If the maximum is 100 and the number is 51, </a:t>
                </a:r>
                <a:br>
                  <a:rPr lang="en-US" altLang="ko-KR" sz="1300" b="1" dirty="0">
                    <a:solidFill>
                      <a:srgbClr val="0D0D0D"/>
                    </a:solidFill>
                    <a:latin typeface="SamsungOne-400" panose="020B0503030303020204" pitchFamily="34" charset="0"/>
                    <a:ea typeface="SamsungOne-400" panose="020B0503030303020204" pitchFamily="34" charset="0"/>
                  </a:rPr>
                </a:br>
                <a:r>
                  <a:rPr lang="en-US" altLang="ko-KR" sz="1300" b="1" dirty="0">
                    <a:solidFill>
                      <a:srgbClr val="0D0D0D"/>
                    </a:solidFill>
                    <a:latin typeface="SamsungOne-400" panose="020B0503030303020204" pitchFamily="34" charset="0"/>
                    <a:ea typeface="SamsungOne-400" panose="020B0503030303020204" pitchFamily="34" charset="0"/>
                  </a:rPr>
                  <a:t>what is the output of count?</a:t>
                </a:r>
              </a:p>
            </p:txBody>
          </p:sp>
        </p:grpSp>
        <p:pic>
          <p:nvPicPr>
            <p:cNvPr id="4" name="그림 3">
              <a:extLst>
                <a:ext uri="{FF2B5EF4-FFF2-40B4-BE49-F238E27FC236}">
                  <a16:creationId xmlns:a16="http://schemas.microsoft.com/office/drawing/2014/main" xmlns="" id="{5753D5E0-7FE9-F814-E635-6C45A7CF19A7}"/>
                </a:ext>
              </a:extLst>
            </p:cNvPr>
            <p:cNvPicPr>
              <a:picLocks noChangeAspect="1"/>
            </p:cNvPicPr>
            <p:nvPr/>
          </p:nvPicPr>
          <p:blipFill rotWithShape="1">
            <a:blip r:embed="rId3"/>
            <a:srcRect r="13633"/>
            <a:stretch/>
          </p:blipFill>
          <p:spPr>
            <a:xfrm>
              <a:off x="633743" y="2482678"/>
              <a:ext cx="8555524" cy="3576587"/>
            </a:xfrm>
            <a:prstGeom prst="rect">
              <a:avLst/>
            </a:prstGeom>
          </p:spPr>
        </p:pic>
      </p:grpSp>
    </p:spTree>
    <p:extLst>
      <p:ext uri="{BB962C8B-B14F-4D97-AF65-F5344CB8AC3E}">
        <p14:creationId xmlns:p14="http://schemas.microsoft.com/office/powerpoint/2010/main" val="2726286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25-02</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2"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25</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Binary Search</a:t>
            </a:r>
          </a:p>
        </p:txBody>
      </p:sp>
      <p:grpSp>
        <p:nvGrpSpPr>
          <p:cNvPr id="4" name="그룹 3">
            <a:extLst>
              <a:ext uri="{FF2B5EF4-FFF2-40B4-BE49-F238E27FC236}">
                <a16:creationId xmlns:a16="http://schemas.microsoft.com/office/drawing/2014/main" xmlns="" id="{05669D31-B2AD-9E36-C1F2-B0CE5C6EAF69}"/>
              </a:ext>
            </a:extLst>
          </p:cNvPr>
          <p:cNvGrpSpPr/>
          <p:nvPr/>
        </p:nvGrpSpPr>
        <p:grpSpPr>
          <a:xfrm>
            <a:off x="463014" y="1796542"/>
            <a:ext cx="8924982" cy="4185158"/>
            <a:chOff x="463014" y="1796542"/>
            <a:chExt cx="8924982" cy="4185158"/>
          </a:xfrm>
        </p:grpSpPr>
        <p:grpSp>
          <p:nvGrpSpPr>
            <p:cNvPr id="2" name="그룹 1"/>
            <p:cNvGrpSpPr/>
            <p:nvPr/>
          </p:nvGrpSpPr>
          <p:grpSpPr>
            <a:xfrm>
              <a:off x="463014" y="1796542"/>
              <a:ext cx="8924982" cy="4185158"/>
              <a:chOff x="463014" y="1796542"/>
              <a:chExt cx="8924982" cy="4185158"/>
            </a:xfrm>
          </p:grpSpPr>
          <p:sp>
            <p:nvSpPr>
              <p:cNvPr id="6" name="직사각형 5"/>
              <p:cNvSpPr/>
              <p:nvPr/>
            </p:nvSpPr>
            <p:spPr>
              <a:xfrm>
                <a:off x="463014" y="1796542"/>
                <a:ext cx="8924982" cy="4185158"/>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9" name="직사각형 2"/>
              <p:cNvSpPr/>
              <p:nvPr/>
            </p:nvSpPr>
            <p:spPr>
              <a:xfrm>
                <a:off x="532099" y="1823457"/>
                <a:ext cx="8786811" cy="53826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300" b="1" dirty="0">
                    <a:solidFill>
                      <a:srgbClr val="0D0D0D"/>
                    </a:solidFill>
                    <a:latin typeface="SamsungOne-400" panose="020B0503030303020204" pitchFamily="34" charset="0"/>
                    <a:ea typeface="SamsungOne-400" panose="020B0503030303020204" pitchFamily="34" charset="0"/>
                  </a:rPr>
                  <a:t>In the code for the number matching game, if the maximum is 100 and the number is 25, what is the output of count?</a:t>
                </a:r>
              </a:p>
            </p:txBody>
          </p:sp>
        </p:grpSp>
        <p:pic>
          <p:nvPicPr>
            <p:cNvPr id="3" name="그림 2">
              <a:extLst>
                <a:ext uri="{FF2B5EF4-FFF2-40B4-BE49-F238E27FC236}">
                  <a16:creationId xmlns:a16="http://schemas.microsoft.com/office/drawing/2014/main" xmlns="" id="{849E3676-9B55-84FD-D3BD-2213D902C436}"/>
                </a:ext>
              </a:extLst>
            </p:cNvPr>
            <p:cNvPicPr>
              <a:picLocks noChangeAspect="1"/>
            </p:cNvPicPr>
            <p:nvPr/>
          </p:nvPicPr>
          <p:blipFill rotWithShape="1">
            <a:blip r:embed="rId3"/>
            <a:srcRect r="13887"/>
            <a:stretch/>
          </p:blipFill>
          <p:spPr>
            <a:xfrm>
              <a:off x="640740" y="2244195"/>
              <a:ext cx="8530420" cy="3581801"/>
            </a:xfrm>
            <a:prstGeom prst="rect">
              <a:avLst/>
            </a:prstGeom>
          </p:spPr>
        </p:pic>
      </p:grpSp>
    </p:spTree>
    <p:extLst>
      <p:ext uri="{BB962C8B-B14F-4D97-AF65-F5344CB8AC3E}">
        <p14:creationId xmlns:p14="http://schemas.microsoft.com/office/powerpoint/2010/main" val="1344800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26-01</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10"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26</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Hash Table</a:t>
            </a:r>
          </a:p>
        </p:txBody>
      </p:sp>
      <p:grpSp>
        <p:nvGrpSpPr>
          <p:cNvPr id="5" name="그룹 4">
            <a:extLst>
              <a:ext uri="{FF2B5EF4-FFF2-40B4-BE49-F238E27FC236}">
                <a16:creationId xmlns:a16="http://schemas.microsoft.com/office/drawing/2014/main" xmlns="" id="{5840349D-6779-094F-BE12-259DC995E2C5}"/>
              </a:ext>
            </a:extLst>
          </p:cNvPr>
          <p:cNvGrpSpPr/>
          <p:nvPr/>
        </p:nvGrpSpPr>
        <p:grpSpPr>
          <a:xfrm>
            <a:off x="463014" y="1796543"/>
            <a:ext cx="8924982" cy="1816607"/>
            <a:chOff x="463014" y="1796543"/>
            <a:chExt cx="8924982" cy="1816607"/>
          </a:xfrm>
        </p:grpSpPr>
        <p:grpSp>
          <p:nvGrpSpPr>
            <p:cNvPr id="4" name="그룹 3"/>
            <p:cNvGrpSpPr/>
            <p:nvPr/>
          </p:nvGrpSpPr>
          <p:grpSpPr>
            <a:xfrm>
              <a:off x="463014" y="1796543"/>
              <a:ext cx="8924982" cy="1816607"/>
              <a:chOff x="463014" y="1796543"/>
              <a:chExt cx="8924982" cy="1816607"/>
            </a:xfrm>
          </p:grpSpPr>
          <p:sp>
            <p:nvSpPr>
              <p:cNvPr id="3" name="직사각형 2"/>
              <p:cNvSpPr/>
              <p:nvPr/>
            </p:nvSpPr>
            <p:spPr>
              <a:xfrm>
                <a:off x="463014" y="1796543"/>
                <a:ext cx="8924982" cy="1816607"/>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22" name="직사각형 2"/>
              <p:cNvSpPr/>
              <p:nvPr/>
            </p:nvSpPr>
            <p:spPr>
              <a:xfrm>
                <a:off x="532099" y="1823457"/>
                <a:ext cx="8786811" cy="72984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Using the hash function of the </a:t>
                </a:r>
                <a:r>
                  <a:rPr lang="en-US" altLang="ko-KR" sz="1300" b="1" dirty="0" err="1">
                    <a:solidFill>
                      <a:srgbClr val="0D0D0D"/>
                    </a:solidFill>
                    <a:latin typeface="SamsungOne-400" panose="020B0503030303020204" pitchFamily="34" charset="0"/>
                    <a:ea typeface="SamsungOne-400" panose="020B0503030303020204" pitchFamily="34" charset="0"/>
                  </a:rPr>
                  <a:t>HashTable</a:t>
                </a:r>
                <a:r>
                  <a:rPr lang="en-US" altLang="ko-KR" sz="1300" b="1" dirty="0">
                    <a:solidFill>
                      <a:srgbClr val="0D0D0D"/>
                    </a:solidFill>
                    <a:latin typeface="SamsungOne-400" panose="020B0503030303020204" pitchFamily="34" charset="0"/>
                    <a:ea typeface="SamsungOne-400" panose="020B0503030303020204" pitchFamily="34" charset="0"/>
                  </a:rPr>
                  <a:t> class, calculate the key and </a:t>
                </a:r>
                <a:r>
                  <a:rPr lang="en-US" altLang="ko-KR" sz="1300" b="1" dirty="0" smtClean="0">
                    <a:solidFill>
                      <a:srgbClr val="0D0D0D"/>
                    </a:solidFill>
                    <a:latin typeface="SamsungOne-400" panose="020B0503030303020204" pitchFamily="34" charset="0"/>
                    <a:ea typeface="SamsungOne-400" panose="020B0503030303020204" pitchFamily="34" charset="0"/>
                  </a:rPr>
                  <a:t>hash key </a:t>
                </a:r>
                <a:r>
                  <a:rPr lang="en-US" altLang="ko-KR" sz="1300" b="1" dirty="0">
                    <a:solidFill>
                      <a:srgbClr val="0D0D0D"/>
                    </a:solidFill>
                    <a:latin typeface="SamsungOne-400" panose="020B0503030303020204" pitchFamily="34" charset="0"/>
                    <a:ea typeface="SamsungOne-400" panose="020B0503030303020204" pitchFamily="34" charset="0"/>
                  </a:rPr>
                  <a:t>of “Alice in Wonderland” as follows. (The key value is 1763.)</a:t>
                </a:r>
              </a:p>
            </p:txBody>
          </p:sp>
        </p:grpSp>
        <p:pic>
          <p:nvPicPr>
            <p:cNvPr id="2" name="그림 1">
              <a:extLst>
                <a:ext uri="{FF2B5EF4-FFF2-40B4-BE49-F238E27FC236}">
                  <a16:creationId xmlns:a16="http://schemas.microsoft.com/office/drawing/2014/main" xmlns="" id="{63B5C6DD-0D57-F1E4-CAF3-15CD687C73D9}"/>
                </a:ext>
              </a:extLst>
            </p:cNvPr>
            <p:cNvPicPr>
              <a:picLocks noChangeAspect="1"/>
            </p:cNvPicPr>
            <p:nvPr/>
          </p:nvPicPr>
          <p:blipFill rotWithShape="1">
            <a:blip r:embed="rId3"/>
            <a:srcRect r="13633"/>
            <a:stretch/>
          </p:blipFill>
          <p:spPr>
            <a:xfrm>
              <a:off x="624689" y="2512309"/>
              <a:ext cx="8555525" cy="928036"/>
            </a:xfrm>
            <a:prstGeom prst="rect">
              <a:avLst/>
            </a:prstGeom>
          </p:spPr>
        </p:pic>
      </p:grpSp>
    </p:spTree>
    <p:extLst>
      <p:ext uri="{BB962C8B-B14F-4D97-AF65-F5344CB8AC3E}">
        <p14:creationId xmlns:p14="http://schemas.microsoft.com/office/powerpoint/2010/main" val="3203987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xmlns="" id="{E401A766-D19C-4656-A4E4-801C12BB7355}"/>
              </a:ext>
            </a:extLst>
          </p:cNvPr>
          <p:cNvSpPr/>
          <p:nvPr/>
        </p:nvSpPr>
        <p:spPr>
          <a:xfrm>
            <a:off x="463014" y="1323127"/>
            <a:ext cx="9004986"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r>
              <a:rPr lang="en-US" altLang="ko-KR" sz="2800" dirty="0">
                <a:solidFill>
                  <a:schemeClr val="tx1">
                    <a:lumMod val="95000"/>
                    <a:lumOff val="5000"/>
                  </a:schemeClr>
                </a:solidFill>
                <a:latin typeface="Samsung Sharp Sans Bold" pitchFamily="2" charset="0"/>
                <a:ea typeface="Samsung Sharp Sans Bold" pitchFamily="2" charset="0"/>
                <a:cs typeface="Samsung Sharp Sans Bold" pitchFamily="2" charset="0"/>
              </a:rPr>
              <a:t>Q. 26-02</a:t>
            </a:r>
            <a:endParaRPr lang="ko-KR" altLang="en-US" sz="2800" dirty="0">
              <a:solidFill>
                <a:schemeClr val="tx1">
                  <a:lumMod val="95000"/>
                  <a:lumOff val="5000"/>
                </a:schemeClr>
              </a:solidFill>
              <a:latin typeface="Samsung Sharp Sans Bold" pitchFamily="2" charset="0"/>
              <a:ea typeface="Samsung Sharp Sans Bold" pitchFamily="2" charset="0"/>
              <a:cs typeface="Samsung Sharp Sans Bold" pitchFamily="2" charset="0"/>
            </a:endParaRPr>
          </a:p>
        </p:txBody>
      </p:sp>
      <p:sp>
        <p:nvSpPr>
          <p:cNvPr id="9" name="직사각형 11">
            <a:extLst>
              <a:ext uri="{FF2B5EF4-FFF2-40B4-BE49-F238E27FC236}">
                <a16:creationId xmlns:a16="http://schemas.microsoft.com/office/drawing/2014/main" xmlns="" id="{C5C71516-92D0-4DA1-B7DA-7EF3FE5330F0}"/>
              </a:ext>
            </a:extLst>
          </p:cNvPr>
          <p:cNvSpPr/>
          <p:nvPr/>
        </p:nvSpPr>
        <p:spPr>
          <a:xfrm>
            <a:off x="7601859" y="324553"/>
            <a:ext cx="1851464" cy="430887"/>
          </a:xfrm>
          <a:prstGeom prst="rect">
            <a:avLst/>
          </a:prstGeom>
        </p:spPr>
        <p:txBody>
          <a:bodyPr wrap="square" lIns="0" tIns="0" rIns="0" bIns="0">
            <a:spAutoFit/>
          </a:bodyPr>
          <a:lstStyle/>
          <a:p>
            <a:pPr algn="r" defTabSz="457200">
              <a:defRPr/>
            </a:pPr>
            <a:r>
              <a:rPr lang="en-US" altLang="ko-KR" sz="1600" dirty="0">
                <a:solidFill>
                  <a:schemeClr val="bg1">
                    <a:lumMod val="85000"/>
                  </a:schemeClr>
                </a:solidFill>
                <a:latin typeface="Samsung Sharp Sans Medium" pitchFamily="2" charset="0"/>
                <a:ea typeface="Samsung Sharp Sans Medium" pitchFamily="2" charset="0"/>
                <a:cs typeface="Samsung Sharp Sans Medium" pitchFamily="2" charset="0"/>
              </a:rPr>
              <a:t>UNIT </a:t>
            </a:r>
            <a:r>
              <a:rPr lang="en-US" altLang="ko-KR" sz="1600" dirty="0">
                <a:solidFill>
                  <a:schemeClr val="bg1">
                    <a:lumMod val="85000"/>
                  </a:schemeClr>
                </a:solidFill>
                <a:latin typeface="Samsung Sharp Sans Bold" pitchFamily="2" charset="0"/>
                <a:ea typeface="Samsung Sharp Sans Bold" pitchFamily="2" charset="0"/>
                <a:cs typeface="Samsung Sharp Sans Bold" pitchFamily="2" charset="0"/>
              </a:rPr>
              <a:t>26</a:t>
            </a:r>
          </a:p>
          <a:p>
            <a:pPr algn="r" defTabSz="457200">
              <a:defRPr/>
            </a:pPr>
            <a:r>
              <a:rPr lang="en-US" altLang="ko-KR" sz="1200" dirty="0">
                <a:solidFill>
                  <a:schemeClr val="bg1">
                    <a:lumMod val="85000"/>
                  </a:schemeClr>
                </a:solidFill>
                <a:latin typeface="Samsung Sharp Sans Medium" pitchFamily="2" charset="0"/>
                <a:ea typeface="Samsung Sharp Sans Medium" pitchFamily="2" charset="0"/>
                <a:cs typeface="Samsung Sharp Sans Medium" pitchFamily="2" charset="0"/>
              </a:rPr>
              <a:t>Hash Table</a:t>
            </a:r>
          </a:p>
        </p:txBody>
      </p:sp>
      <p:grpSp>
        <p:nvGrpSpPr>
          <p:cNvPr id="12" name="그룹 11"/>
          <p:cNvGrpSpPr/>
          <p:nvPr/>
        </p:nvGrpSpPr>
        <p:grpSpPr>
          <a:xfrm>
            <a:off x="463014" y="1796541"/>
            <a:ext cx="8924982" cy="4585971"/>
            <a:chOff x="463014" y="1796541"/>
            <a:chExt cx="8924982" cy="4585971"/>
          </a:xfrm>
        </p:grpSpPr>
        <p:sp>
          <p:nvSpPr>
            <p:cNvPr id="3" name="직사각형 2"/>
            <p:cNvSpPr/>
            <p:nvPr/>
          </p:nvSpPr>
          <p:spPr>
            <a:xfrm>
              <a:off x="463014" y="1796541"/>
              <a:ext cx="8924982" cy="4585971"/>
            </a:xfrm>
            <a:prstGeom prst="rect">
              <a:avLst/>
            </a:prstGeom>
            <a:solidFill>
              <a:schemeClr val="accent1">
                <a:lumMod val="20000"/>
                <a:lumOff val="80000"/>
              </a:schemeClr>
            </a:solidFill>
            <a:ln>
              <a:solidFill>
                <a:srgbClr val="142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ko-KR" sz="1400" b="1" u="sng" dirty="0">
                <a:solidFill>
                  <a:srgbClr val="0D0D0D"/>
                </a:solidFill>
                <a:latin typeface="SamsungOne-400" panose="020B0503030303020204" pitchFamily="34" charset="0"/>
                <a:ea typeface="SamsungOne-400" panose="020B0503030303020204" pitchFamily="34" charset="0"/>
              </a:endParaRPr>
            </a:p>
          </p:txBody>
        </p:sp>
        <p:sp>
          <p:nvSpPr>
            <p:cNvPr id="11" name="직사각형 2"/>
            <p:cNvSpPr/>
            <p:nvPr/>
          </p:nvSpPr>
          <p:spPr>
            <a:xfrm>
              <a:off x="532099" y="1823457"/>
              <a:ext cx="8786811" cy="6271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ko-KR" sz="1300" b="1" dirty="0">
                  <a:solidFill>
                    <a:srgbClr val="0D0D0D"/>
                  </a:solidFill>
                  <a:latin typeface="SamsungOne-400" panose="020B0503030303020204" pitchFamily="34" charset="0"/>
                  <a:ea typeface="SamsungOne-400" panose="020B0503030303020204" pitchFamily="34" charset="0"/>
                </a:rPr>
                <a:t>If </a:t>
              </a:r>
              <a:r>
                <a:rPr lang="en-US" altLang="ko-KR" sz="1300" b="1" dirty="0">
                  <a:solidFill>
                    <a:srgbClr val="0D0D0D"/>
                  </a:solidFill>
                  <a:latin typeface="SamsungOne-400" panose="020B0503030303020204" pitchFamily="34" charset="0"/>
                  <a:ea typeface="SamsungOne-400" panose="020B0503030303020204" pitchFamily="34" charset="0"/>
                </a:rPr>
                <a:t>a</a:t>
              </a:r>
              <a:r>
                <a:rPr lang="en-US" altLang="ko-KR" sz="1300" b="1" dirty="0" smtClean="0">
                  <a:solidFill>
                    <a:srgbClr val="0D0D0D"/>
                  </a:solidFill>
                  <a:latin typeface="SamsungOne-400" panose="020B0503030303020204" pitchFamily="34" charset="0"/>
                  <a:ea typeface="SamsungOne-400" panose="020B0503030303020204" pitchFamily="34" charset="0"/>
                </a:rPr>
                <a:t> </a:t>
              </a:r>
              <a:r>
                <a:rPr lang="en-US" altLang="ko-KR" sz="1300" b="1" dirty="0">
                  <a:solidFill>
                    <a:srgbClr val="0D0D0D"/>
                  </a:solidFill>
                  <a:latin typeface="SamsungOne-400" panose="020B0503030303020204" pitchFamily="34" charset="0"/>
                  <a:ea typeface="SamsungOne-400" panose="020B0503030303020204" pitchFamily="34" charset="0"/>
                </a:rPr>
                <a:t>new bookshelf has 10 compartments, use the following code to find out which book is in each </a:t>
              </a:r>
              <a:r>
                <a:rPr lang="en-US" altLang="ko-KR" sz="1300" b="1" dirty="0" smtClean="0">
                  <a:solidFill>
                    <a:srgbClr val="0D0D0D"/>
                  </a:solidFill>
                  <a:latin typeface="SamsungOne-400" panose="020B0503030303020204" pitchFamily="34" charset="0"/>
                  <a:ea typeface="SamsungOne-400" panose="020B0503030303020204" pitchFamily="34" charset="0"/>
                </a:rPr>
                <a:t>compartment.</a:t>
              </a:r>
              <a:br>
                <a:rPr lang="en-US" altLang="ko-KR" sz="1300" b="1" dirty="0" smtClean="0">
                  <a:solidFill>
                    <a:srgbClr val="0D0D0D"/>
                  </a:solidFill>
                  <a:latin typeface="SamsungOne-400" panose="020B0503030303020204" pitchFamily="34" charset="0"/>
                  <a:ea typeface="SamsungOne-400" panose="020B0503030303020204" pitchFamily="34" charset="0"/>
                </a:rPr>
              </a:br>
              <a:r>
                <a:rPr lang="en-US" altLang="ko-KR" sz="1300" b="1" dirty="0" smtClean="0">
                  <a:solidFill>
                    <a:srgbClr val="0D0D0D"/>
                  </a:solidFill>
                  <a:latin typeface="SamsungOne-400" panose="020B0503030303020204" pitchFamily="34" charset="0"/>
                  <a:ea typeface="SamsungOne-400" panose="020B0503030303020204" pitchFamily="34" charset="0"/>
                </a:rPr>
                <a:t>Refer to the hash key values in the output below.</a:t>
              </a:r>
              <a:endParaRPr lang="en-US" altLang="ko-KR" sz="1300" b="1" dirty="0">
                <a:solidFill>
                  <a:srgbClr val="0D0D0D"/>
                </a:solidFill>
                <a:latin typeface="SamsungOne-400" panose="020B0503030303020204" pitchFamily="34" charset="0"/>
                <a:ea typeface="SamsungOne-400" panose="020B0503030303020204" pitchFamily="34" charset="0"/>
              </a:endParaRPr>
            </a:p>
          </p:txBody>
        </p:sp>
        <p:pic>
          <p:nvPicPr>
            <p:cNvPr id="10" name="그림 9"/>
            <p:cNvPicPr>
              <a:picLocks noChangeAspect="1"/>
            </p:cNvPicPr>
            <p:nvPr/>
          </p:nvPicPr>
          <p:blipFill>
            <a:blip r:embed="rId3"/>
            <a:stretch>
              <a:fillRect/>
            </a:stretch>
          </p:blipFill>
          <p:spPr>
            <a:xfrm>
              <a:off x="624689" y="2404872"/>
              <a:ext cx="8552056" cy="3868787"/>
            </a:xfrm>
            <a:prstGeom prst="rect">
              <a:avLst/>
            </a:prstGeom>
          </p:spPr>
        </p:pic>
      </p:grpSp>
    </p:spTree>
    <p:extLst>
      <p:ext uri="{BB962C8B-B14F-4D97-AF65-F5344CB8AC3E}">
        <p14:creationId xmlns:p14="http://schemas.microsoft.com/office/powerpoint/2010/main" val="1138684370"/>
      </p:ext>
    </p:extLst>
  </p:cSld>
  <p:clrMapOvr>
    <a:masterClrMapping/>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amsungOne 400"/>
        <a:ea typeface="Samsung Sharp Sans"/>
        <a:cs typeface=""/>
      </a:majorFont>
      <a:minorFont>
        <a:latin typeface="SamsungOne 400"/>
        <a:ea typeface="Samsung Sharp Sans"/>
        <a:cs typeface=""/>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10368</TotalTime>
  <Words>352</Words>
  <Application>Microsoft Office PowerPoint</Application>
  <PresentationFormat>A4 용지(210x297mm)</PresentationFormat>
  <Paragraphs>61</Paragraphs>
  <Slides>12</Slides>
  <Notes>12</Notes>
  <HiddenSlides>0</HiddenSlides>
  <MMClips>0</MMClips>
  <ScaleCrop>false</ScaleCrop>
  <HeadingPairs>
    <vt:vector size="6" baseType="variant">
      <vt:variant>
        <vt:lpstr>사용한 글꼴</vt:lpstr>
      </vt:variant>
      <vt:variant>
        <vt:i4>13</vt:i4>
      </vt:variant>
      <vt:variant>
        <vt:lpstr>테마</vt:lpstr>
      </vt:variant>
      <vt:variant>
        <vt:i4>1</vt:i4>
      </vt:variant>
      <vt:variant>
        <vt:lpstr>슬라이드 제목</vt:lpstr>
      </vt:variant>
      <vt:variant>
        <vt:i4>12</vt:i4>
      </vt:variant>
    </vt:vector>
  </HeadingPairs>
  <TitlesOfParts>
    <vt:vector size="26" baseType="lpstr">
      <vt:lpstr>SamsungOne-400</vt:lpstr>
      <vt:lpstr>Arial Unicode MS</vt:lpstr>
      <vt:lpstr>D2Coding</vt:lpstr>
      <vt:lpstr>맑은 고딕</vt:lpstr>
      <vt:lpstr>Arial</vt:lpstr>
      <vt:lpstr>SamsungOne-400C</vt:lpstr>
      <vt:lpstr>Times New Roman</vt:lpstr>
      <vt:lpstr>Samsung Sharp Sans Bold</vt:lpstr>
      <vt:lpstr>Samsung Sharp Sans Medium</vt:lpstr>
      <vt:lpstr>굴림</vt:lpstr>
      <vt:lpstr>SamsungOne 400</vt:lpstr>
      <vt:lpstr>Samsung Sharp Sans</vt:lpstr>
      <vt:lpstr>Malgun Gothic Semilight</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Soomin Kim</cp:lastModifiedBy>
  <cp:revision>626</cp:revision>
  <cp:lastPrinted>2021-06-22T04:42:01Z</cp:lastPrinted>
  <dcterms:created xsi:type="dcterms:W3CDTF">2009-02-24T02:14:00Z</dcterms:created>
  <dcterms:modified xsi:type="dcterms:W3CDTF">2023-08-31T04:41:30Z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