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6" r:id="rId1"/>
  </p:sldMasterIdLst>
  <p:notesMasterIdLst>
    <p:notesMasterId r:id="rId9"/>
  </p:notesMasterIdLst>
  <p:sldIdLst>
    <p:sldId id="3026" r:id="rId2"/>
    <p:sldId id="3027" r:id="rId3"/>
    <p:sldId id="3028" r:id="rId4"/>
    <p:sldId id="3022" r:id="rId5"/>
    <p:sldId id="3030" r:id="rId6"/>
    <p:sldId id="3029" r:id="rId7"/>
    <p:sldId id="3031" r:id="rId8"/>
  </p:sldIdLst>
  <p:sldSz cx="9906000" cy="6858000" type="A4"/>
  <p:notesSz cx="6797675" cy="9926638"/>
  <p:embeddedFontLst>
    <p:embeddedFont>
      <p:font typeface="D2Coding" panose="020B0609020101020101" pitchFamily="49" charset="-127"/>
      <p:regular r:id="rId10"/>
      <p:bold r:id="rId11"/>
    </p:embeddedFont>
    <p:embeddedFont>
      <p:font typeface="Samsung Sharp Sans"/>
      <p:regular r:id="rId12"/>
      <p:bold r:id="rId13"/>
    </p:embeddedFont>
    <p:embeddedFont>
      <p:font typeface="Samsung Sharp Sans Bold" pitchFamily="2" charset="0"/>
      <p:bold r:id="rId14"/>
    </p:embeddedFont>
    <p:embeddedFont>
      <p:font typeface="Samsung Sharp Sans Medium" pitchFamily="2" charset="0"/>
      <p:regular r:id="rId15"/>
      <p:bold r:id="rId16"/>
    </p:embeddedFont>
    <p:embeddedFont>
      <p:font typeface="SamsungOne 400" panose="020B0503030303020204" pitchFamily="34" charset="0"/>
      <p:regular r:id="rId17"/>
    </p:embeddedFont>
    <p:embeddedFont>
      <p:font typeface="SamsungOne-400" panose="020B0503030303020204" pitchFamily="34" charset="0"/>
      <p:regular r:id="rId18"/>
    </p:embeddedFont>
    <p:embeddedFont>
      <p:font typeface="SamsungOne-400C" panose="020B0506030303020204" pitchFamily="34" charset="0"/>
      <p:regular r:id="rId19"/>
    </p:embeddedFont>
    <p:embeddedFont>
      <p:font typeface="굴림" panose="020B0600000101010101" pitchFamily="50" charset="-127"/>
      <p:regular r:id="rId20"/>
    </p:embeddedFont>
    <p:embeddedFont>
      <p:font typeface="맑은 고딕" panose="020B0503020000020004" pitchFamily="50" charset="-127"/>
      <p:regular r:id="rId21"/>
      <p:bold r:id="rId22"/>
    </p:embeddedFont>
  </p:embeddedFontLst>
  <p:defaultTextStyle>
    <a:defPPr>
      <a:defRPr lang="ko-KR"/>
    </a:defPPr>
    <a:lvl1pPr algn="l" rtl="0" fontAlgn="base" latinLnBrk="1">
      <a:spcBef>
        <a:spcPct val="0"/>
      </a:spcBef>
      <a:spcAft>
        <a:spcPct val="0"/>
      </a:spcAft>
      <a:defRPr kumimoji="1" kern="1200">
        <a:solidFill>
          <a:schemeClr val="tx1"/>
        </a:solidFill>
        <a:latin typeface="굴림" charset="-127"/>
        <a:ea typeface="맑은 고딕"/>
        <a:cs typeface="맑은 고딕"/>
      </a:defRPr>
    </a:lvl1pPr>
    <a:lvl2pPr marL="457200" algn="l" rtl="0" fontAlgn="base" latinLnBrk="1">
      <a:spcBef>
        <a:spcPct val="0"/>
      </a:spcBef>
      <a:spcAft>
        <a:spcPct val="0"/>
      </a:spcAft>
      <a:defRPr kumimoji="1" kern="1200">
        <a:solidFill>
          <a:schemeClr val="tx1"/>
        </a:solidFill>
        <a:latin typeface="굴림" charset="-127"/>
        <a:ea typeface="맑은 고딕"/>
        <a:cs typeface="맑은 고딕"/>
      </a:defRPr>
    </a:lvl2pPr>
    <a:lvl3pPr marL="914400" algn="l" rtl="0" fontAlgn="base" latinLnBrk="1">
      <a:spcBef>
        <a:spcPct val="0"/>
      </a:spcBef>
      <a:spcAft>
        <a:spcPct val="0"/>
      </a:spcAft>
      <a:defRPr kumimoji="1" kern="1200">
        <a:solidFill>
          <a:schemeClr val="tx1"/>
        </a:solidFill>
        <a:latin typeface="굴림" charset="-127"/>
        <a:ea typeface="맑은 고딕"/>
        <a:cs typeface="맑은 고딕"/>
      </a:defRPr>
    </a:lvl3pPr>
    <a:lvl4pPr marL="1371600" algn="l" rtl="0" fontAlgn="base" latinLnBrk="1">
      <a:spcBef>
        <a:spcPct val="0"/>
      </a:spcBef>
      <a:spcAft>
        <a:spcPct val="0"/>
      </a:spcAft>
      <a:defRPr kumimoji="1" kern="1200">
        <a:solidFill>
          <a:schemeClr val="tx1"/>
        </a:solidFill>
        <a:latin typeface="굴림" charset="-127"/>
        <a:ea typeface="맑은 고딕"/>
        <a:cs typeface="맑은 고딕"/>
      </a:defRPr>
    </a:lvl4pPr>
    <a:lvl5pPr marL="1828800" algn="l" rtl="0" fontAlgn="base" latinLnBrk="1">
      <a:spcBef>
        <a:spcPct val="0"/>
      </a:spcBef>
      <a:spcAft>
        <a:spcPct val="0"/>
      </a:spcAft>
      <a:defRPr kumimoji="1" kern="1200">
        <a:solidFill>
          <a:schemeClr val="tx1"/>
        </a:solidFill>
        <a:latin typeface="굴림" charset="-127"/>
        <a:ea typeface="맑은 고딕"/>
        <a:cs typeface="맑은 고딕"/>
      </a:defRPr>
    </a:lvl5pPr>
    <a:lvl6pPr marL="2286000" algn="l" defTabSz="914400" rtl="0" eaLnBrk="1" latinLnBrk="1" hangingPunct="1">
      <a:defRPr kumimoji="1" kern="1200">
        <a:solidFill>
          <a:schemeClr val="tx1"/>
        </a:solidFill>
        <a:latin typeface="굴림" charset="-127"/>
        <a:ea typeface="맑은 고딕"/>
        <a:cs typeface="맑은 고딕"/>
      </a:defRPr>
    </a:lvl6pPr>
    <a:lvl7pPr marL="2743200" algn="l" defTabSz="914400" rtl="0" eaLnBrk="1" latinLnBrk="1" hangingPunct="1">
      <a:defRPr kumimoji="1" kern="1200">
        <a:solidFill>
          <a:schemeClr val="tx1"/>
        </a:solidFill>
        <a:latin typeface="굴림" charset="-127"/>
        <a:ea typeface="맑은 고딕"/>
        <a:cs typeface="맑은 고딕"/>
      </a:defRPr>
    </a:lvl7pPr>
    <a:lvl8pPr marL="3200400" algn="l" defTabSz="914400" rtl="0" eaLnBrk="1" latinLnBrk="1" hangingPunct="1">
      <a:defRPr kumimoji="1" kern="1200">
        <a:solidFill>
          <a:schemeClr val="tx1"/>
        </a:solidFill>
        <a:latin typeface="굴림" charset="-127"/>
        <a:ea typeface="맑은 고딕"/>
        <a:cs typeface="맑은 고딕"/>
      </a:defRPr>
    </a:lvl8pPr>
    <a:lvl9pPr marL="3657600" algn="l" defTabSz="914400" rtl="0" eaLnBrk="1" latinLnBrk="1" hangingPunct="1">
      <a:defRPr kumimoji="1" kern="1200">
        <a:solidFill>
          <a:schemeClr val="tx1"/>
        </a:solidFill>
        <a:latin typeface="굴림" charset="-127"/>
        <a:ea typeface="맑은 고딕"/>
        <a:cs typeface="맑은 고딕"/>
      </a:defRPr>
    </a:lvl9pPr>
  </p:defaultTextStyle>
  <p:extLst>
    <p:ext uri="{521415D9-36F7-43E2-AB2F-B90AF26B5E84}">
      <p14:sectionLst xmlns:p14="http://schemas.microsoft.com/office/powerpoint/2010/main">
        <p14:section name="Introduction" id="{C50C7387-EA84-4D30-9098-AF7FF6D3A976}">
          <p14:sldIdLst>
            <p14:sldId id="3026"/>
            <p14:sldId id="3027"/>
          </p14:sldIdLst>
        </p14:section>
        <p14:section name="Unit 17" id="{9A8A9D25-11F2-4C7D-8B83-EF26535281C8}">
          <p14:sldIdLst>
            <p14:sldId id="3028"/>
          </p14:sldIdLst>
        </p14:section>
        <p14:section name="Unit 18" id="{D3A14151-CAD3-4169-935B-DF5915D7160A}">
          <p14:sldIdLst>
            <p14:sldId id="3022"/>
          </p14:sldIdLst>
        </p14:section>
        <p14:section name="Unit 19" id="{378F446D-3BC4-4328-8F0B-AAE9D4E9A909}">
          <p14:sldIdLst>
            <p14:sldId id="3030"/>
          </p14:sldIdLst>
        </p14:section>
        <p14:section name="Unit 20" id="{B494E1A8-8226-4A06-8A45-2411E3F46AA8}">
          <p14:sldIdLst>
            <p14:sldId id="3029"/>
          </p14:sldIdLst>
        </p14:section>
        <p14:section name="Unit 21" id="{C7C9B4AF-26CE-46D5-8CCC-B0C098432B9D}">
          <p14:sldIdLst>
            <p14:sldId id="3031"/>
          </p14:sldIdLst>
        </p14:section>
      </p14:sectionLst>
    </p:ext>
    <p:ext uri="{EFAFB233-063F-42B5-8137-9DF3F51BA10A}">
      <p15:sldGuideLst xmlns:p15="http://schemas.microsoft.com/office/powerpoint/2012/main">
        <p15:guide id="1" orient="horz" pos="777" userDrawn="1">
          <p15:clr>
            <a:srgbClr val="A4A3A4"/>
          </p15:clr>
        </p15:guide>
        <p15:guide id="2" pos="3120" userDrawn="1">
          <p15:clr>
            <a:srgbClr val="A4A3A4"/>
          </p15:clr>
        </p15:guide>
        <p15:guide id="3" orient="horz" pos="1412"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37FE"/>
    <a:srgbClr val="007375"/>
    <a:srgbClr val="F7F7F7"/>
    <a:srgbClr val="508000"/>
    <a:srgbClr val="1429A0"/>
    <a:srgbClr val="B1DAEC"/>
    <a:srgbClr val="ECEFF6"/>
    <a:srgbClr val="F1F1F1"/>
    <a:srgbClr val="FFFFFF"/>
    <a:srgbClr val="193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212DA7-45D6-44BA-850F-520819CE36D3}" v="3" dt="2021-11-04T00:55:57.465"/>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밝은 스타일 3 - 강조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87" autoAdjust="0"/>
    <p:restoredTop sz="96673" autoAdjust="0"/>
  </p:normalViewPr>
  <p:slideViewPr>
    <p:cSldViewPr snapToGrid="0">
      <p:cViewPr>
        <p:scale>
          <a:sx n="100" d="100"/>
          <a:sy n="100" d="100"/>
        </p:scale>
        <p:origin x="492" y="210"/>
      </p:cViewPr>
      <p:guideLst>
        <p:guide orient="horz" pos="777"/>
        <p:guide pos="3120"/>
        <p:guide orient="horz" pos="1412"/>
      </p:guideLst>
    </p:cSldViewPr>
  </p:slideViewPr>
  <p:notesTextViewPr>
    <p:cViewPr>
      <p:scale>
        <a:sx n="100" d="100"/>
        <a:sy n="100" d="100"/>
      </p:scale>
      <p:origin x="0" y="0"/>
    </p:cViewPr>
  </p:notesTextViewPr>
  <p:sorterViewPr>
    <p:cViewPr varScale="1">
      <p:scale>
        <a:sx n="100" d="100"/>
        <a:sy n="100" d="100"/>
      </p:scale>
      <p:origin x="0" y="-17080"/>
    </p:cViewPr>
  </p:sorterViewPr>
  <p:notesViewPr>
    <p:cSldViewPr snapToGrid="0" showGuides="1">
      <p:cViewPr>
        <p:scale>
          <a:sx n="50" d="100"/>
          <a:sy n="50" d="100"/>
        </p:scale>
        <p:origin x="5622" y="205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박동규" userId="cebcdd3f-733e-4af1-b963-9742717e494c" providerId="ADAL" clId="{E4212DA7-45D6-44BA-850F-520819CE36D3}"/>
    <pc:docChg chg="undo custSel addSld delSld modSld modSection">
      <pc:chgData name="박동규" userId="cebcdd3f-733e-4af1-b963-9742717e494c" providerId="ADAL" clId="{E4212DA7-45D6-44BA-850F-520819CE36D3}" dt="2021-11-04T01:49:41.389" v="105"/>
      <pc:docMkLst>
        <pc:docMk/>
      </pc:docMkLst>
      <pc:sldChg chg="modSp mod">
        <pc:chgData name="박동규" userId="cebcdd3f-733e-4af1-b963-9742717e494c" providerId="ADAL" clId="{E4212DA7-45D6-44BA-850F-520819CE36D3}" dt="2021-11-04T01:48:51.226" v="104" actId="20577"/>
        <pc:sldMkLst>
          <pc:docMk/>
          <pc:sldMk cId="1687910065" sldId="2526"/>
        </pc:sldMkLst>
        <pc:spChg chg="mod">
          <ac:chgData name="박동규" userId="cebcdd3f-733e-4af1-b963-9742717e494c" providerId="ADAL" clId="{E4212DA7-45D6-44BA-850F-520819CE36D3}" dt="2021-11-04T01:48:51.226" v="104" actId="20577"/>
          <ac:spMkLst>
            <pc:docMk/>
            <pc:sldMk cId="1687910065" sldId="2526"/>
            <ac:spMk id="7" creationId="{098B3BC4-54EF-41AF-855E-5709EC4F2206}"/>
          </ac:spMkLst>
        </pc:spChg>
      </pc:sldChg>
      <pc:sldChg chg="modSp mod">
        <pc:chgData name="박동규" userId="cebcdd3f-733e-4af1-b963-9742717e494c" providerId="ADAL" clId="{E4212DA7-45D6-44BA-850F-520819CE36D3}" dt="2021-11-04T00:21:02.192" v="22"/>
        <pc:sldMkLst>
          <pc:docMk/>
          <pc:sldMk cId="1862257395" sldId="2586"/>
        </pc:sldMkLst>
        <pc:spChg chg="mod">
          <ac:chgData name="박동규" userId="cebcdd3f-733e-4af1-b963-9742717e494c" providerId="ADAL" clId="{E4212DA7-45D6-44BA-850F-520819CE36D3}" dt="2021-11-04T00:21:02.192" v="22"/>
          <ac:spMkLst>
            <pc:docMk/>
            <pc:sldMk cId="1862257395" sldId="2586"/>
            <ac:spMk id="7" creationId="{098B3BC4-54EF-41AF-855E-5709EC4F2206}"/>
          </ac:spMkLst>
        </pc:spChg>
      </pc:sldChg>
      <pc:sldChg chg="addSp modSp add">
        <pc:chgData name="박동규" userId="cebcdd3f-733e-4af1-b963-9742717e494c" providerId="ADAL" clId="{E4212DA7-45D6-44BA-850F-520819CE36D3}" dt="2021-11-04T00:55:57.465" v="39"/>
        <pc:sldMkLst>
          <pc:docMk/>
          <pc:sldMk cId="3822211056" sldId="2587"/>
        </pc:sldMkLst>
        <pc:spChg chg="add mod">
          <ac:chgData name="박동규" userId="cebcdd3f-733e-4af1-b963-9742717e494c" providerId="ADAL" clId="{E4212DA7-45D6-44BA-850F-520819CE36D3}" dt="2021-11-04T00:55:57.465" v="39"/>
          <ac:spMkLst>
            <pc:docMk/>
            <pc:sldMk cId="3822211056" sldId="2587"/>
            <ac:spMk id="11" creationId="{A6C4B92D-D856-48F6-B621-0D35AA45FBFA}"/>
          </ac:spMkLst>
        </pc:spChg>
      </pc:sldChg>
      <pc:sldChg chg="modSp mod">
        <pc:chgData name="박동규" userId="cebcdd3f-733e-4af1-b963-9742717e494c" providerId="ADAL" clId="{E4212DA7-45D6-44BA-850F-520819CE36D3}" dt="2021-11-04T01:49:41.389" v="105"/>
        <pc:sldMkLst>
          <pc:docMk/>
          <pc:sldMk cId="3929552358" sldId="2656"/>
        </pc:sldMkLst>
        <pc:spChg chg="mod">
          <ac:chgData name="박동규" userId="cebcdd3f-733e-4af1-b963-9742717e494c" providerId="ADAL" clId="{E4212DA7-45D6-44BA-850F-520819CE36D3}" dt="2021-11-04T01:49:41.389" v="105"/>
          <ac:spMkLst>
            <pc:docMk/>
            <pc:sldMk cId="3929552358" sldId="2656"/>
            <ac:spMk id="7" creationId="{098B3BC4-54EF-41AF-855E-5709EC4F2206}"/>
          </ac:spMkLst>
        </pc:spChg>
      </pc:sldChg>
      <pc:sldChg chg="addSp delSp modSp mod">
        <pc:chgData name="박동규" userId="cebcdd3f-733e-4af1-b963-9742717e494c" providerId="ADAL" clId="{E4212DA7-45D6-44BA-850F-520819CE36D3}" dt="2021-11-04T00:32:04.709" v="30" actId="20577"/>
        <pc:sldMkLst>
          <pc:docMk/>
          <pc:sldMk cId="2675816459" sldId="2715"/>
        </pc:sldMkLst>
        <pc:spChg chg="mod">
          <ac:chgData name="박동규" userId="cebcdd3f-733e-4af1-b963-9742717e494c" providerId="ADAL" clId="{E4212DA7-45D6-44BA-850F-520819CE36D3}" dt="2021-11-04T00:32:04.709" v="30" actId="20577"/>
          <ac:spMkLst>
            <pc:docMk/>
            <pc:sldMk cId="2675816459" sldId="2715"/>
            <ac:spMk id="7" creationId="{098B3BC4-54EF-41AF-855E-5709EC4F2206}"/>
          </ac:spMkLst>
        </pc:spChg>
        <pc:picChg chg="add">
          <ac:chgData name="박동규" userId="cebcdd3f-733e-4af1-b963-9742717e494c" providerId="ADAL" clId="{E4212DA7-45D6-44BA-850F-520819CE36D3}" dt="2021-11-04T00:31:46.976" v="27" actId="22"/>
          <ac:picMkLst>
            <pc:docMk/>
            <pc:sldMk cId="2675816459" sldId="2715"/>
            <ac:picMk id="3" creationId="{CDEA5D61-257F-4EB8-96C1-5F6948FA6A6A}"/>
          </ac:picMkLst>
        </pc:picChg>
        <pc:picChg chg="del">
          <ac:chgData name="박동규" userId="cebcdd3f-733e-4af1-b963-9742717e494c" providerId="ADAL" clId="{E4212DA7-45D6-44BA-850F-520819CE36D3}" dt="2021-11-04T00:31:45.501" v="26" actId="478"/>
          <ac:picMkLst>
            <pc:docMk/>
            <pc:sldMk cId="2675816459" sldId="2715"/>
            <ac:picMk id="4" creationId="{D8768A06-272B-46F1-B021-C71C0BD24602}"/>
          </ac:picMkLst>
        </pc:picChg>
      </pc:sldChg>
      <pc:sldChg chg="addSp delSp modSp mod">
        <pc:chgData name="박동규" userId="cebcdd3f-733e-4af1-b963-9742717e494c" providerId="ADAL" clId="{E4212DA7-45D6-44BA-850F-520819CE36D3}" dt="2021-11-04T00:17:00.607" v="21" actId="1076"/>
        <pc:sldMkLst>
          <pc:docMk/>
          <pc:sldMk cId="2822199397" sldId="2798"/>
        </pc:sldMkLst>
        <pc:spChg chg="mod">
          <ac:chgData name="박동규" userId="cebcdd3f-733e-4af1-b963-9742717e494c" providerId="ADAL" clId="{E4212DA7-45D6-44BA-850F-520819CE36D3}" dt="2021-11-04T00:17:00.607" v="21" actId="1076"/>
          <ac:spMkLst>
            <pc:docMk/>
            <pc:sldMk cId="2822199397" sldId="2798"/>
            <ac:spMk id="11" creationId="{2948BCDC-D5A4-4DA7-B485-FC0F0F067CB6}"/>
          </ac:spMkLst>
        </pc:spChg>
        <pc:picChg chg="add del">
          <ac:chgData name="박동규" userId="cebcdd3f-733e-4af1-b963-9742717e494c" providerId="ADAL" clId="{E4212DA7-45D6-44BA-850F-520819CE36D3}" dt="2021-11-04T00:16:27.154" v="16" actId="478"/>
          <ac:picMkLst>
            <pc:docMk/>
            <pc:sldMk cId="2822199397" sldId="2798"/>
            <ac:picMk id="3" creationId="{7C818CC8-E3B5-4289-B497-E7725B1085EC}"/>
          </ac:picMkLst>
        </pc:picChg>
      </pc:sldChg>
      <pc:sldChg chg="modSp mod">
        <pc:chgData name="박동규" userId="cebcdd3f-733e-4af1-b963-9742717e494c" providerId="ADAL" clId="{E4212DA7-45D6-44BA-850F-520819CE36D3}" dt="2021-11-04T01:47:37.946" v="102" actId="20577"/>
        <pc:sldMkLst>
          <pc:docMk/>
          <pc:sldMk cId="2283536802" sldId="2975"/>
        </pc:sldMkLst>
        <pc:spChg chg="mod">
          <ac:chgData name="박동규" userId="cebcdd3f-733e-4af1-b963-9742717e494c" providerId="ADAL" clId="{E4212DA7-45D6-44BA-850F-520819CE36D3}" dt="2021-11-04T01:47:37.946" v="102" actId="20577"/>
          <ac:spMkLst>
            <pc:docMk/>
            <pc:sldMk cId="2283536802" sldId="2975"/>
            <ac:spMk id="12" creationId="{2E7E9385-5F19-434F-9180-C7FCAD49FE85}"/>
          </ac:spMkLst>
        </pc:spChg>
      </pc:sldChg>
      <pc:sldChg chg="modSp mod">
        <pc:chgData name="박동규" userId="cebcdd3f-733e-4af1-b963-9742717e494c" providerId="ADAL" clId="{E4212DA7-45D6-44BA-850F-520819CE36D3}" dt="2021-11-04T00:33:25.005" v="33" actId="20577"/>
        <pc:sldMkLst>
          <pc:docMk/>
          <pc:sldMk cId="1601219893" sldId="2986"/>
        </pc:sldMkLst>
        <pc:spChg chg="mod">
          <ac:chgData name="박동규" userId="cebcdd3f-733e-4af1-b963-9742717e494c" providerId="ADAL" clId="{E4212DA7-45D6-44BA-850F-520819CE36D3}" dt="2021-11-04T00:33:25.005" v="33" actId="20577"/>
          <ac:spMkLst>
            <pc:docMk/>
            <pc:sldMk cId="1601219893" sldId="2986"/>
            <ac:spMk id="7" creationId="{098B3BC4-54EF-41AF-855E-5709EC4F2206}"/>
          </ac:spMkLst>
        </pc:spChg>
      </pc:sldChg>
      <pc:sldChg chg="del">
        <pc:chgData name="박동규" userId="cebcdd3f-733e-4af1-b963-9742717e494c" providerId="ADAL" clId="{E4212DA7-45D6-44BA-850F-520819CE36D3}" dt="2021-11-04T01:05:51.966" v="54" actId="47"/>
        <pc:sldMkLst>
          <pc:docMk/>
          <pc:sldMk cId="3423196370" sldId="2988"/>
        </pc:sldMkLst>
      </pc:sldChg>
      <pc:sldChg chg="modSp mod">
        <pc:chgData name="박동규" userId="cebcdd3f-733e-4af1-b963-9742717e494c" providerId="ADAL" clId="{E4212DA7-45D6-44BA-850F-520819CE36D3}" dt="2021-11-04T00:46:32.773" v="36" actId="1076"/>
        <pc:sldMkLst>
          <pc:docMk/>
          <pc:sldMk cId="1300875742" sldId="2990"/>
        </pc:sldMkLst>
        <pc:spChg chg="mod">
          <ac:chgData name="박동규" userId="cebcdd3f-733e-4af1-b963-9742717e494c" providerId="ADAL" clId="{E4212DA7-45D6-44BA-850F-520819CE36D3}" dt="2021-11-04T00:46:29.429" v="35"/>
          <ac:spMkLst>
            <pc:docMk/>
            <pc:sldMk cId="1300875742" sldId="2990"/>
            <ac:spMk id="7" creationId="{098B3BC4-54EF-41AF-855E-5709EC4F2206}"/>
          </ac:spMkLst>
        </pc:spChg>
        <pc:picChg chg="mod">
          <ac:chgData name="박동규" userId="cebcdd3f-733e-4af1-b963-9742717e494c" providerId="ADAL" clId="{E4212DA7-45D6-44BA-850F-520819CE36D3}" dt="2021-11-04T00:46:32.773" v="36" actId="1076"/>
          <ac:picMkLst>
            <pc:docMk/>
            <pc:sldMk cId="1300875742" sldId="2990"/>
            <ac:picMk id="11" creationId="{F91E95F0-09BC-478D-9A29-E50FF90834BF}"/>
          </ac:picMkLst>
        </pc:picChg>
      </pc:sldChg>
      <pc:sldChg chg="modSp mod">
        <pc:chgData name="박동규" userId="cebcdd3f-733e-4af1-b963-9742717e494c" providerId="ADAL" clId="{E4212DA7-45D6-44BA-850F-520819CE36D3}" dt="2021-11-04T00:50:07.051" v="37"/>
        <pc:sldMkLst>
          <pc:docMk/>
          <pc:sldMk cId="3397613258" sldId="2992"/>
        </pc:sldMkLst>
        <pc:spChg chg="mod">
          <ac:chgData name="박동규" userId="cebcdd3f-733e-4af1-b963-9742717e494c" providerId="ADAL" clId="{E4212DA7-45D6-44BA-850F-520819CE36D3}" dt="2021-11-04T00:50:07.051" v="37"/>
          <ac:spMkLst>
            <pc:docMk/>
            <pc:sldMk cId="3397613258" sldId="2992"/>
            <ac:spMk id="7" creationId="{098B3BC4-54EF-41AF-855E-5709EC4F2206}"/>
          </ac:spMkLst>
        </pc:spChg>
      </pc:sldChg>
      <pc:sldChg chg="modSp mod">
        <pc:chgData name="박동규" userId="cebcdd3f-733e-4af1-b963-9742717e494c" providerId="ADAL" clId="{E4212DA7-45D6-44BA-850F-520819CE36D3}" dt="2021-11-04T01:08:16.306" v="55"/>
        <pc:sldMkLst>
          <pc:docMk/>
          <pc:sldMk cId="2908122821" sldId="2994"/>
        </pc:sldMkLst>
        <pc:spChg chg="mod">
          <ac:chgData name="박동규" userId="cebcdd3f-733e-4af1-b963-9742717e494c" providerId="ADAL" clId="{E4212DA7-45D6-44BA-850F-520819CE36D3}" dt="2021-11-04T01:08:16.306" v="55"/>
          <ac:spMkLst>
            <pc:docMk/>
            <pc:sldMk cId="2908122821" sldId="2994"/>
            <ac:spMk id="7" creationId="{098B3BC4-54EF-41AF-855E-5709EC4F2206}"/>
          </ac:spMkLst>
        </pc:spChg>
      </pc:sldChg>
      <pc:sldChg chg="modSp mod">
        <pc:chgData name="박동규" userId="cebcdd3f-733e-4af1-b963-9742717e494c" providerId="ADAL" clId="{E4212DA7-45D6-44BA-850F-520819CE36D3}" dt="2021-11-04T01:10:17.610" v="59" actId="1076"/>
        <pc:sldMkLst>
          <pc:docMk/>
          <pc:sldMk cId="4182535131" sldId="2996"/>
        </pc:sldMkLst>
        <pc:spChg chg="mod">
          <ac:chgData name="박동규" userId="cebcdd3f-733e-4af1-b963-9742717e494c" providerId="ADAL" clId="{E4212DA7-45D6-44BA-850F-520819CE36D3}" dt="2021-11-04T01:10:17.610" v="59" actId="1076"/>
          <ac:spMkLst>
            <pc:docMk/>
            <pc:sldMk cId="4182535131" sldId="2996"/>
            <ac:spMk id="7" creationId="{098B3BC4-54EF-41AF-855E-5709EC4F2206}"/>
          </ac:spMkLst>
        </pc:spChg>
      </pc:sldChg>
      <pc:sldChg chg="modSp mod">
        <pc:chgData name="박동규" userId="cebcdd3f-733e-4af1-b963-9742717e494c" providerId="ADAL" clId="{E4212DA7-45D6-44BA-850F-520819CE36D3}" dt="2021-11-04T01:17:39.650" v="80" actId="1036"/>
        <pc:sldMkLst>
          <pc:docMk/>
          <pc:sldMk cId="2246439665" sldId="2998"/>
        </pc:sldMkLst>
        <pc:spChg chg="mod">
          <ac:chgData name="박동규" userId="cebcdd3f-733e-4af1-b963-9742717e494c" providerId="ADAL" clId="{E4212DA7-45D6-44BA-850F-520819CE36D3}" dt="2021-11-04T01:17:33.628" v="61"/>
          <ac:spMkLst>
            <pc:docMk/>
            <pc:sldMk cId="2246439665" sldId="2998"/>
            <ac:spMk id="7" creationId="{098B3BC4-54EF-41AF-855E-5709EC4F2206}"/>
          </ac:spMkLst>
        </pc:spChg>
        <pc:picChg chg="mod">
          <ac:chgData name="박동규" userId="cebcdd3f-733e-4af1-b963-9742717e494c" providerId="ADAL" clId="{E4212DA7-45D6-44BA-850F-520819CE36D3}" dt="2021-11-04T01:17:39.650" v="80" actId="1036"/>
          <ac:picMkLst>
            <pc:docMk/>
            <pc:sldMk cId="2246439665" sldId="2998"/>
            <ac:picMk id="3" creationId="{97F44354-7771-467A-B484-74164DA3487F}"/>
          </ac:picMkLst>
        </pc:picChg>
        <pc:picChg chg="mod">
          <ac:chgData name="박동규" userId="cebcdd3f-733e-4af1-b963-9742717e494c" providerId="ADAL" clId="{E4212DA7-45D6-44BA-850F-520819CE36D3}" dt="2021-11-04T01:17:39.650" v="80" actId="1036"/>
          <ac:picMkLst>
            <pc:docMk/>
            <pc:sldMk cId="2246439665" sldId="2998"/>
            <ac:picMk id="5" creationId="{2EF826B5-F853-4981-9F8F-4E869A158357}"/>
          </ac:picMkLst>
        </pc:picChg>
      </pc:sldChg>
      <pc:sldChg chg="modSp mod">
        <pc:chgData name="박동규" userId="cebcdd3f-733e-4af1-b963-9742717e494c" providerId="ADAL" clId="{E4212DA7-45D6-44BA-850F-520819CE36D3}" dt="2021-11-04T01:34:08.278" v="89" actId="1035"/>
        <pc:sldMkLst>
          <pc:docMk/>
          <pc:sldMk cId="3128447954" sldId="3001"/>
        </pc:sldMkLst>
        <pc:spChg chg="mod">
          <ac:chgData name="박동규" userId="cebcdd3f-733e-4af1-b963-9742717e494c" providerId="ADAL" clId="{E4212DA7-45D6-44BA-850F-520819CE36D3}" dt="2021-11-04T01:34:08.278" v="89" actId="1035"/>
          <ac:spMkLst>
            <pc:docMk/>
            <pc:sldMk cId="3128447954" sldId="3001"/>
            <ac:spMk id="7" creationId="{098B3BC4-54EF-41AF-855E-5709EC4F2206}"/>
          </ac:spMkLst>
        </pc:spChg>
      </pc:sldChg>
      <pc:sldChg chg="modSp mod">
        <pc:chgData name="박동규" userId="cebcdd3f-733e-4af1-b963-9742717e494c" providerId="ADAL" clId="{E4212DA7-45D6-44BA-850F-520819CE36D3}" dt="2021-11-04T01:35:59.888" v="91" actId="1076"/>
        <pc:sldMkLst>
          <pc:docMk/>
          <pc:sldMk cId="2334632377" sldId="3004"/>
        </pc:sldMkLst>
        <pc:spChg chg="mod">
          <ac:chgData name="박동규" userId="cebcdd3f-733e-4af1-b963-9742717e494c" providerId="ADAL" clId="{E4212DA7-45D6-44BA-850F-520819CE36D3}" dt="2021-11-04T01:35:55.948" v="90"/>
          <ac:spMkLst>
            <pc:docMk/>
            <pc:sldMk cId="2334632377" sldId="3004"/>
            <ac:spMk id="7" creationId="{098B3BC4-54EF-41AF-855E-5709EC4F2206}"/>
          </ac:spMkLst>
        </pc:spChg>
        <pc:picChg chg="mod">
          <ac:chgData name="박동규" userId="cebcdd3f-733e-4af1-b963-9742717e494c" providerId="ADAL" clId="{E4212DA7-45D6-44BA-850F-520819CE36D3}" dt="2021-11-04T01:35:59.888" v="91" actId="1076"/>
          <ac:picMkLst>
            <pc:docMk/>
            <pc:sldMk cId="2334632377" sldId="3004"/>
            <ac:picMk id="3" creationId="{0B82A508-C231-4551-9676-020402CAA4F7}"/>
          </ac:picMkLst>
        </pc:picChg>
      </pc:sldChg>
      <pc:sldChg chg="modSp mod">
        <pc:chgData name="박동규" userId="cebcdd3f-733e-4af1-b963-9742717e494c" providerId="ADAL" clId="{E4212DA7-45D6-44BA-850F-520819CE36D3}" dt="2021-11-04T01:40:08.200" v="97"/>
        <pc:sldMkLst>
          <pc:docMk/>
          <pc:sldMk cId="3370622175" sldId="3010"/>
        </pc:sldMkLst>
        <pc:spChg chg="mod">
          <ac:chgData name="박동규" userId="cebcdd3f-733e-4af1-b963-9742717e494c" providerId="ADAL" clId="{E4212DA7-45D6-44BA-850F-520819CE36D3}" dt="2021-11-04T01:40:08.200" v="97"/>
          <ac:spMkLst>
            <pc:docMk/>
            <pc:sldMk cId="3370622175" sldId="3010"/>
            <ac:spMk id="7" creationId="{098B3BC4-54EF-41AF-855E-5709EC4F2206}"/>
          </ac:spMkLst>
        </pc:spChg>
      </pc:sldChg>
      <pc:sldChg chg="modSp mod">
        <pc:chgData name="박동규" userId="cebcdd3f-733e-4af1-b963-9742717e494c" providerId="ADAL" clId="{E4212DA7-45D6-44BA-850F-520819CE36D3}" dt="2021-11-04T01:42:39.988" v="99" actId="1076"/>
        <pc:sldMkLst>
          <pc:docMk/>
          <pc:sldMk cId="3788433133" sldId="3013"/>
        </pc:sldMkLst>
        <pc:spChg chg="mod">
          <ac:chgData name="박동규" userId="cebcdd3f-733e-4af1-b963-9742717e494c" providerId="ADAL" clId="{E4212DA7-45D6-44BA-850F-520819CE36D3}" dt="2021-11-04T01:42:39.988" v="99" actId="1076"/>
          <ac:spMkLst>
            <pc:docMk/>
            <pc:sldMk cId="3788433133" sldId="3013"/>
            <ac:spMk id="7" creationId="{098B3BC4-54EF-41AF-855E-5709EC4F22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cs typeface="+mn-cs"/>
              </a:defRPr>
            </a:lvl1pPr>
          </a:lstStyle>
          <a:p>
            <a:pPr>
              <a:defRPr/>
            </a:pPr>
            <a:fld id="{AE4902DF-A078-44AD-8D07-985A76E39BC0}" type="datetimeFigureOut">
              <a:rPr lang="ko-KR" altLang="en-US"/>
              <a:pPr>
                <a:defRPr/>
              </a:pPr>
              <a:t>2023-08-11</a:t>
            </a:fld>
            <a:endParaRPr lang="ko-KR" altLang="en-US"/>
          </a:p>
        </p:txBody>
      </p:sp>
      <p:sp>
        <p:nvSpPr>
          <p:cNvPr id="4" name="슬라이드 이미지 개체 틀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cs typeface="+mn-cs"/>
              </a:defRPr>
            </a:lvl1pPr>
          </a:lstStyle>
          <a:p>
            <a:pPr>
              <a:defRPr/>
            </a:pPr>
            <a:fld id="{FADF23B2-3342-4405-8E32-027ADF311D3F}" type="slidenum">
              <a:rPr lang="ko-KR" altLang="en-US"/>
              <a:pPr>
                <a:defRPr/>
              </a:pPr>
              <a:t>‹#›</a:t>
            </a:fld>
            <a:endParaRPr lang="ko-KR" altLang="en-US"/>
          </a:p>
        </p:txBody>
      </p:sp>
    </p:spTree>
    <p:extLst>
      <p:ext uri="{BB962C8B-B14F-4D97-AF65-F5344CB8AC3E}">
        <p14:creationId xmlns:p14="http://schemas.microsoft.com/office/powerpoint/2010/main" val="3134890290"/>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맑은 고딕"/>
      </a:defRPr>
    </a:lvl1pPr>
    <a:lvl2pPr marL="457200" algn="l" rtl="0" eaLnBrk="0" fontAlgn="base" latinLnBrk="1" hangingPunct="0">
      <a:spcBef>
        <a:spcPct val="30000"/>
      </a:spcBef>
      <a:spcAft>
        <a:spcPct val="0"/>
      </a:spcAft>
      <a:defRPr sz="1200" kern="1200">
        <a:solidFill>
          <a:schemeClr val="tx1"/>
        </a:solidFill>
        <a:latin typeface="+mn-lt"/>
        <a:ea typeface="+mn-ea"/>
        <a:cs typeface="맑은 고딕"/>
      </a:defRPr>
    </a:lvl2pPr>
    <a:lvl3pPr marL="914400" algn="l" rtl="0" eaLnBrk="0" fontAlgn="base" latinLnBrk="1" hangingPunct="0">
      <a:spcBef>
        <a:spcPct val="30000"/>
      </a:spcBef>
      <a:spcAft>
        <a:spcPct val="0"/>
      </a:spcAft>
      <a:defRPr sz="1200" kern="1200">
        <a:solidFill>
          <a:schemeClr val="tx1"/>
        </a:solidFill>
        <a:latin typeface="+mn-lt"/>
        <a:ea typeface="+mn-ea"/>
        <a:cs typeface="맑은 고딕"/>
      </a:defRPr>
    </a:lvl3pPr>
    <a:lvl4pPr marL="1371600" algn="l" rtl="0" eaLnBrk="0" fontAlgn="base" latinLnBrk="1" hangingPunct="0">
      <a:spcBef>
        <a:spcPct val="30000"/>
      </a:spcBef>
      <a:spcAft>
        <a:spcPct val="0"/>
      </a:spcAft>
      <a:defRPr sz="1200" kern="1200">
        <a:solidFill>
          <a:schemeClr val="tx1"/>
        </a:solidFill>
        <a:latin typeface="+mn-lt"/>
        <a:ea typeface="+mn-ea"/>
        <a:cs typeface="맑은 고딕"/>
      </a:defRPr>
    </a:lvl4pPr>
    <a:lvl5pPr marL="1828800" algn="l" rtl="0" eaLnBrk="0" fontAlgn="base" latinLnBrk="1" hangingPunct="0">
      <a:spcBef>
        <a:spcPct val="30000"/>
      </a:spcBef>
      <a:spcAft>
        <a:spcPct val="0"/>
      </a:spcAft>
      <a:defRPr sz="1200" kern="1200">
        <a:solidFill>
          <a:schemeClr val="tx1"/>
        </a:solidFill>
        <a:latin typeface="+mn-lt"/>
        <a:ea typeface="+mn-ea"/>
        <a:cs typeface="맑은 고딕"/>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82563" y="539750"/>
            <a:ext cx="6527800" cy="4521200"/>
          </a:xfrm>
        </p:spPr>
      </p:sp>
      <p:sp>
        <p:nvSpPr>
          <p:cNvPr id="3" name="슬라이드 노트 개체 틀 2"/>
          <p:cNvSpPr>
            <a:spLocks noGrp="1"/>
          </p:cNvSpPr>
          <p:nvPr>
            <p:ph type="body" idx="1"/>
          </p:nvPr>
        </p:nvSpPr>
        <p:spPr>
          <a:xfrm>
            <a:off x="679768" y="5376929"/>
            <a:ext cx="5438140" cy="3805211"/>
          </a:xfrm>
        </p:spPr>
        <p:txBody>
          <a:bodyPr/>
          <a:lstStyle/>
          <a:p>
            <a:endParaRPr lang="ko-KR" altLang="en-US" dirty="0"/>
          </a:p>
        </p:txBody>
      </p:sp>
      <p:sp>
        <p:nvSpPr>
          <p:cNvPr id="4" name="슬라이드 번호 개체 틀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F0BCE-8842-48BB-B417-565C32B10224}" type="slidenum">
              <a:rPr kumimoji="0" lang="ko-KR" altLang="en-US" sz="1300" b="0" i="0" u="none" strike="noStrike" kern="1200" cap="none" spc="0" normalizeH="0" baseline="0" noProof="0" smtClean="0">
                <a:ln>
                  <a:noFill/>
                </a:ln>
                <a:solidFill>
                  <a:prstClr val="black"/>
                </a:solidFill>
                <a:effectLst/>
                <a:uLnTx/>
                <a:uFillTx/>
                <a:latin typeface="SamsungOne-400" panose="020B0503030303020204" pitchFamily="34" charset="0"/>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ko-KR" altLang="en-US" sz="1300" b="0" i="0" u="none" strike="noStrike" kern="1200" cap="none" spc="0" normalizeH="0" baseline="0" noProof="0" dirty="0">
              <a:ln>
                <a:noFill/>
              </a:ln>
              <a:solidFill>
                <a:prstClr val="black"/>
              </a:solidFill>
              <a:effectLst/>
              <a:uLnTx/>
              <a:uFillTx/>
              <a:latin typeface="SamsungOne-400" panose="020B0503030303020204" pitchFamily="34" charset="0"/>
              <a:ea typeface="맑은 고딕" panose="020B0503020000020004" pitchFamily="50" charset="-127"/>
              <a:cs typeface="+mn-cs"/>
            </a:endParaRPr>
          </a:p>
        </p:txBody>
      </p:sp>
    </p:spTree>
    <p:extLst>
      <p:ext uri="{BB962C8B-B14F-4D97-AF65-F5344CB8AC3E}">
        <p14:creationId xmlns:p14="http://schemas.microsoft.com/office/powerpoint/2010/main" val="15953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pPr>
              <a:defRPr/>
            </a:pPr>
            <a:fld id="{FADF23B2-3342-4405-8E32-027ADF311D3F}" type="slidenum">
              <a:rPr lang="ko-KR" altLang="en-US" smtClean="0"/>
              <a:pPr>
                <a:defRPr/>
              </a:pPr>
              <a:t>2</a:t>
            </a:fld>
            <a:endParaRPr lang="ko-KR" altLang="en-US" dirty="0"/>
          </a:p>
        </p:txBody>
      </p:sp>
    </p:spTree>
    <p:extLst>
      <p:ext uri="{BB962C8B-B14F-4D97-AF65-F5344CB8AC3E}">
        <p14:creationId xmlns:p14="http://schemas.microsoft.com/office/powerpoint/2010/main" val="3583130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4</a:t>
            </a:fld>
            <a:endParaRPr lang="ko-KR" altLang="en-US"/>
          </a:p>
        </p:txBody>
      </p:sp>
    </p:spTree>
    <p:extLst>
      <p:ext uri="{BB962C8B-B14F-4D97-AF65-F5344CB8AC3E}">
        <p14:creationId xmlns:p14="http://schemas.microsoft.com/office/powerpoint/2010/main" val="1855261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79487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3078321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DC109AF5-9684-4C7C-8609-D82073175524}"/>
              </a:ext>
            </a:extLst>
          </p:cNvPr>
          <p:cNvSpPr txBox="1">
            <a:spLocks/>
          </p:cNvSpPr>
          <p:nvPr userDrawn="1"/>
        </p:nvSpPr>
        <p:spPr>
          <a:xfrm>
            <a:off x="6849053" y="6501847"/>
            <a:ext cx="2350254" cy="130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latinLnBrk="0">
              <a:lnSpc>
                <a:spcPts val="1000"/>
              </a:lnSpc>
              <a:spcAft>
                <a:spcPts val="800"/>
              </a:spcAft>
            </a:pPr>
            <a:r>
              <a:rPr lang="en-US" altLang="ko-KR" sz="900" b="1" dirty="0">
                <a:effectLst/>
                <a:latin typeface="SamsungOne-400" panose="020B0503030303020204" pitchFamily="34" charset="0"/>
                <a:ea typeface="SamsungOne-400" panose="020B0503030303020204" pitchFamily="34" charset="0"/>
              </a:rPr>
              <a:t>Chapter 3. Python Intensive</a:t>
            </a:r>
            <a:endParaRPr lang="ko-KR" altLang="ko-KR" sz="900" b="1" dirty="0">
              <a:effectLst/>
              <a:latin typeface="SamsungOne-400" panose="020B0503030303020204" pitchFamily="34" charset="0"/>
              <a:ea typeface="맑은 고딕" panose="020B0503020000020004" pitchFamily="50" charset="-127"/>
              <a:cs typeface="맑은 고딕" panose="020B0503020000020004" pitchFamily="50" charset="-127"/>
            </a:endParaRPr>
          </a:p>
        </p:txBody>
      </p:sp>
    </p:spTree>
    <p:extLst>
      <p:ext uri="{BB962C8B-B14F-4D97-AF65-F5344CB8AC3E}">
        <p14:creationId xmlns:p14="http://schemas.microsoft.com/office/powerpoint/2010/main" val="2314354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DC109AF5-9684-4C7C-8609-D82073175524}"/>
              </a:ext>
            </a:extLst>
          </p:cNvPr>
          <p:cNvSpPr txBox="1">
            <a:spLocks/>
          </p:cNvSpPr>
          <p:nvPr userDrawn="1"/>
        </p:nvSpPr>
        <p:spPr>
          <a:xfrm>
            <a:off x="6849053" y="6501847"/>
            <a:ext cx="2350254" cy="130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latinLnBrk="0">
              <a:lnSpc>
                <a:spcPts val="1000"/>
              </a:lnSpc>
              <a:spcAft>
                <a:spcPts val="800"/>
              </a:spcAft>
            </a:pPr>
            <a:r>
              <a:rPr lang="en-US" altLang="ko-KR" sz="900" b="1" dirty="0">
                <a:effectLst/>
                <a:latin typeface="SamsungOne-400" panose="020B0503030303020204" pitchFamily="34" charset="0"/>
                <a:ea typeface="SamsungOne-400" panose="020B0503030303020204" pitchFamily="34" charset="0"/>
              </a:rPr>
              <a:t>Chapter 3. Python Intensive</a:t>
            </a:r>
            <a:endParaRPr lang="ko-KR" altLang="ko-KR" sz="900" b="1" dirty="0">
              <a:effectLst/>
              <a:latin typeface="SamsungOne-400" panose="020B0503030303020204" pitchFamily="34" charset="0"/>
              <a:ea typeface="맑은 고딕" panose="020B0503020000020004" pitchFamily="50" charset="-127"/>
              <a:cs typeface="맑은 고딕" panose="020B0503020000020004" pitchFamily="50" charset="-127"/>
            </a:endParaRPr>
          </a:p>
        </p:txBody>
      </p:sp>
    </p:spTree>
    <p:extLst>
      <p:ext uri="{BB962C8B-B14F-4D97-AF65-F5344CB8AC3E}">
        <p14:creationId xmlns:p14="http://schemas.microsoft.com/office/powerpoint/2010/main" val="3521214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sp>
        <p:nvSpPr>
          <p:cNvPr id="12"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5"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6"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5099050" y="6498000"/>
            <a:ext cx="4100257"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3. Effective Python Programing - Function, Closure and Class</a:t>
            </a:r>
          </a:p>
        </p:txBody>
      </p:sp>
      <p:grpSp>
        <p:nvGrpSpPr>
          <p:cNvPr id="17" name="Group 16"/>
          <p:cNvGrpSpPr/>
          <p:nvPr userDrawn="1"/>
        </p:nvGrpSpPr>
        <p:grpSpPr>
          <a:xfrm>
            <a:off x="0" y="0"/>
            <a:ext cx="9906000" cy="1065598"/>
            <a:chOff x="0" y="0"/>
            <a:chExt cx="9906000" cy="1065598"/>
          </a:xfrm>
        </p:grpSpPr>
        <p:sp>
          <p:nvSpPr>
            <p:cNvPr id="18" name="직사각형 9">
              <a:extLst>
                <a:ext uri="{FF2B5EF4-FFF2-40B4-BE49-F238E27FC236}">
                  <a16:creationId xmlns:a16="http://schemas.microsoft.com/office/drawing/2014/main"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7">
              <a:extLst>
                <a:ext uri="{FF2B5EF4-FFF2-40B4-BE49-F238E27FC236}">
                  <a16:creationId xmlns:a16="http://schemas.microsoft.com/office/drawing/2014/main"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0" name="직사각형 12">
            <a:extLst>
              <a:ext uri="{FF2B5EF4-FFF2-40B4-BE49-F238E27FC236}">
                <a16:creationId xmlns:a16="http://schemas.microsoft.com/office/drawing/2014/main"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3 Quiz</a:t>
            </a:r>
          </a:p>
        </p:txBody>
      </p:sp>
    </p:spTree>
    <p:extLst>
      <p:ext uri="{BB962C8B-B14F-4D97-AF65-F5344CB8AC3E}">
        <p14:creationId xmlns:p14="http://schemas.microsoft.com/office/powerpoint/2010/main" val="4171582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id="{85278258-AEB2-4213-B5E6-13FC86FAB418}"/>
              </a:ext>
            </a:extLst>
          </p:cNvPr>
          <p:cNvGrpSpPr/>
          <p:nvPr userDrawn="1"/>
        </p:nvGrpSpPr>
        <p:grpSpPr>
          <a:xfrm>
            <a:off x="449612" y="1462227"/>
            <a:ext cx="9003600" cy="4500283"/>
            <a:chOff x="578678" y="1445207"/>
            <a:chExt cx="8748000" cy="4136077"/>
          </a:xfrm>
        </p:grpSpPr>
        <p:sp>
          <p:nvSpPr>
            <p:cNvPr id="52" name="직사각형 51">
              <a:extLst>
                <a:ext uri="{FF2B5EF4-FFF2-40B4-BE49-F238E27FC236}">
                  <a16:creationId xmlns:a16="http://schemas.microsoft.com/office/drawing/2014/main"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직사각형 52">
              <a:extLst>
                <a:ext uri="{FF2B5EF4-FFF2-40B4-BE49-F238E27FC236}">
                  <a16:creationId xmlns:a16="http://schemas.microsoft.com/office/drawing/2014/main"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a:extLst>
                <a:ext uri="{FF2B5EF4-FFF2-40B4-BE49-F238E27FC236}">
                  <a16:creationId xmlns:a16="http://schemas.microsoft.com/office/drawing/2014/main"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8" name="그룹 7">
            <a:extLst>
              <a:ext uri="{FF2B5EF4-FFF2-40B4-BE49-F238E27FC236}">
                <a16:creationId xmlns:a16="http://schemas.microsoft.com/office/drawing/2014/main" id="{E8CA0DD3-9254-499A-BE4D-7F93C9791163}"/>
              </a:ext>
            </a:extLst>
          </p:cNvPr>
          <p:cNvGrpSpPr/>
          <p:nvPr userDrawn="1"/>
        </p:nvGrpSpPr>
        <p:grpSpPr>
          <a:xfrm>
            <a:off x="747834" y="2408824"/>
            <a:ext cx="8539600" cy="3303528"/>
            <a:chOff x="747834" y="2129937"/>
            <a:chExt cx="8539600" cy="3303528"/>
          </a:xfrm>
        </p:grpSpPr>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5" name="그룹 34">
              <a:extLst>
                <a:ext uri="{FF2B5EF4-FFF2-40B4-BE49-F238E27FC236}">
                  <a16:creationId xmlns:a16="http://schemas.microsoft.com/office/drawing/2014/main"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808" y="1588471"/>
            <a:ext cx="661566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
        <p:nvSpPr>
          <p:cNvPr id="43" name="슬라이드 번호 개체 틀 15">
            <a:extLst>
              <a:ext uri="{FF2B5EF4-FFF2-40B4-BE49-F238E27FC236}">
                <a16:creationId xmlns:a16="http://schemas.microsoft.com/office/drawing/2014/main" id="{DC109AF5-9684-4C7C-8609-D82073175524}"/>
              </a:ext>
            </a:extLst>
          </p:cNvPr>
          <p:cNvSpPr txBox="1">
            <a:spLocks/>
          </p:cNvSpPr>
          <p:nvPr userDrawn="1"/>
        </p:nvSpPr>
        <p:spPr>
          <a:xfrm>
            <a:off x="6849053" y="6501847"/>
            <a:ext cx="2350254" cy="130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latinLnBrk="0">
              <a:lnSpc>
                <a:spcPts val="1000"/>
              </a:lnSpc>
              <a:spcAft>
                <a:spcPts val="800"/>
              </a:spcAft>
            </a:pPr>
            <a:r>
              <a:rPr lang="en-US" altLang="ko-KR" sz="900" b="1" dirty="0">
                <a:effectLst/>
                <a:latin typeface="SamsungOne-400" panose="020B0503030303020204" pitchFamily="34" charset="0"/>
                <a:ea typeface="SamsungOne-400" panose="020B0503030303020204" pitchFamily="34" charset="0"/>
              </a:rPr>
              <a:t>Chapter 3. Python Intensive</a:t>
            </a:r>
            <a:endParaRPr lang="ko-KR" altLang="ko-KR" sz="900" b="1" dirty="0">
              <a:effectLst/>
              <a:latin typeface="SamsungOne-400" panose="020B0503030303020204" pitchFamily="34" charset="0"/>
              <a:ea typeface="맑은 고딕" panose="020B0503020000020004" pitchFamily="50" charset="-127"/>
              <a:cs typeface="맑은 고딕" panose="020B0503020000020004" pitchFamily="50" charset="-127"/>
            </a:endParaRPr>
          </a:p>
        </p:txBody>
      </p:sp>
    </p:spTree>
    <p:extLst>
      <p:ext uri="{BB962C8B-B14F-4D97-AF65-F5344CB8AC3E}">
        <p14:creationId xmlns:p14="http://schemas.microsoft.com/office/powerpoint/2010/main" val="514505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7" name="그룹 6">
            <a:extLst>
              <a:ext uri="{FF2B5EF4-FFF2-40B4-BE49-F238E27FC236}">
                <a16:creationId xmlns:a16="http://schemas.microsoft.com/office/drawing/2014/main" id="{FDEC6B4D-744D-4E9D-89EE-6B4FB27E7344}"/>
              </a:ext>
            </a:extLst>
          </p:cNvPr>
          <p:cNvGrpSpPr/>
          <p:nvPr userDrawn="1"/>
        </p:nvGrpSpPr>
        <p:grpSpPr>
          <a:xfrm>
            <a:off x="449612" y="1462227"/>
            <a:ext cx="9003600" cy="4500283"/>
            <a:chOff x="449612" y="1219200"/>
            <a:chExt cx="9003600" cy="4500283"/>
          </a:xfrm>
        </p:grpSpPr>
        <p:grpSp>
          <p:nvGrpSpPr>
            <p:cNvPr id="2" name="그룹 1">
              <a:extLst>
                <a:ext uri="{FF2B5EF4-FFF2-40B4-BE49-F238E27FC236}">
                  <a16:creationId xmlns:a16="http://schemas.microsoft.com/office/drawing/2014/main"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
        <p:nvSpPr>
          <p:cNvPr id="35" name="슬라이드 번호 개체 틀 15">
            <a:extLst>
              <a:ext uri="{FF2B5EF4-FFF2-40B4-BE49-F238E27FC236}">
                <a16:creationId xmlns:a16="http://schemas.microsoft.com/office/drawing/2014/main" id="{DC109AF5-9684-4C7C-8609-D82073175524}"/>
              </a:ext>
            </a:extLst>
          </p:cNvPr>
          <p:cNvSpPr txBox="1">
            <a:spLocks/>
          </p:cNvSpPr>
          <p:nvPr userDrawn="1"/>
        </p:nvSpPr>
        <p:spPr>
          <a:xfrm>
            <a:off x="6849053" y="6501847"/>
            <a:ext cx="2350254" cy="130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latinLnBrk="0">
              <a:lnSpc>
                <a:spcPts val="1000"/>
              </a:lnSpc>
              <a:spcAft>
                <a:spcPts val="800"/>
              </a:spcAft>
            </a:pPr>
            <a:r>
              <a:rPr lang="en-US" altLang="ko-KR" sz="900" b="1" dirty="0">
                <a:effectLst/>
                <a:latin typeface="SamsungOne-400" panose="020B0503030303020204" pitchFamily="34" charset="0"/>
                <a:ea typeface="SamsungOne-400" panose="020B0503030303020204" pitchFamily="34" charset="0"/>
              </a:rPr>
              <a:t>Chapter 3. Python Intensive</a:t>
            </a:r>
            <a:endParaRPr lang="ko-KR" altLang="ko-KR" sz="900" b="1" dirty="0">
              <a:effectLst/>
              <a:latin typeface="SamsungOne-400" panose="020B0503030303020204" pitchFamily="34" charset="0"/>
              <a:ea typeface="맑은 고딕" panose="020B0503020000020004" pitchFamily="50" charset="-127"/>
              <a:cs typeface="맑은 고딕" panose="020B0503020000020004" pitchFamily="50" charset="-127"/>
            </a:endParaRPr>
          </a:p>
        </p:txBody>
      </p:sp>
    </p:spTree>
    <p:extLst>
      <p:ext uri="{BB962C8B-B14F-4D97-AF65-F5344CB8AC3E}">
        <p14:creationId xmlns:p14="http://schemas.microsoft.com/office/powerpoint/2010/main" val="307074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sp>
        <p:nvSpPr>
          <p:cNvPr id="11"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2"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0"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5099050" y="6498000"/>
            <a:ext cx="4100257"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3. Effective Python Programing - Function, Closure and Class</a:t>
            </a:r>
          </a:p>
        </p:txBody>
      </p:sp>
      <p:grpSp>
        <p:nvGrpSpPr>
          <p:cNvPr id="21" name="Group 20"/>
          <p:cNvGrpSpPr/>
          <p:nvPr userDrawn="1"/>
        </p:nvGrpSpPr>
        <p:grpSpPr>
          <a:xfrm>
            <a:off x="0" y="0"/>
            <a:ext cx="9906000" cy="1065598"/>
            <a:chOff x="0" y="0"/>
            <a:chExt cx="9906000" cy="1065598"/>
          </a:xfrm>
        </p:grpSpPr>
        <p:sp>
          <p:nvSpPr>
            <p:cNvPr id="22" name="직사각형 9">
              <a:extLst>
                <a:ext uri="{FF2B5EF4-FFF2-40B4-BE49-F238E27FC236}">
                  <a16:creationId xmlns:a16="http://schemas.microsoft.com/office/drawing/2014/main"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직사각형 7">
              <a:extLst>
                <a:ext uri="{FF2B5EF4-FFF2-40B4-BE49-F238E27FC236}">
                  <a16:creationId xmlns:a16="http://schemas.microsoft.com/office/drawing/2014/main"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4" name="직사각형 12">
            <a:extLst>
              <a:ext uri="{FF2B5EF4-FFF2-40B4-BE49-F238E27FC236}">
                <a16:creationId xmlns:a16="http://schemas.microsoft.com/office/drawing/2014/main"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3 Quiz</a:t>
            </a:r>
          </a:p>
        </p:txBody>
      </p:sp>
    </p:spTree>
    <p:extLst>
      <p:ext uri="{BB962C8B-B14F-4D97-AF65-F5344CB8AC3E}">
        <p14:creationId xmlns:p14="http://schemas.microsoft.com/office/powerpoint/2010/main" val="426073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612" y="900000"/>
            <a:ext cx="9003600"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DC109AF5-9684-4C7C-8609-D82073175524}"/>
              </a:ext>
            </a:extLst>
          </p:cNvPr>
          <p:cNvSpPr txBox="1">
            <a:spLocks/>
          </p:cNvSpPr>
          <p:nvPr userDrawn="1"/>
        </p:nvSpPr>
        <p:spPr>
          <a:xfrm>
            <a:off x="6849053" y="6501847"/>
            <a:ext cx="2350254" cy="130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latinLnBrk="0">
              <a:lnSpc>
                <a:spcPts val="1000"/>
              </a:lnSpc>
              <a:spcAft>
                <a:spcPts val="800"/>
              </a:spcAft>
            </a:pPr>
            <a:r>
              <a:rPr lang="en-US" altLang="ko-KR" sz="900" b="1" dirty="0">
                <a:effectLst/>
                <a:latin typeface="SamsungOne-400" panose="020B0503030303020204" pitchFamily="34" charset="0"/>
                <a:ea typeface="SamsungOne-400" panose="020B0503030303020204" pitchFamily="34" charset="0"/>
              </a:rPr>
              <a:t>Chapter 3. Python Intensive</a:t>
            </a:r>
            <a:endParaRPr lang="ko-KR" altLang="ko-KR" sz="900" b="1" dirty="0">
              <a:effectLst/>
              <a:latin typeface="SamsungOne-400" panose="020B0503030303020204" pitchFamily="34" charset="0"/>
              <a:ea typeface="맑은 고딕" panose="020B0503020000020004" pitchFamily="50" charset="-127"/>
              <a:cs typeface="맑은 고딕" panose="020B0503020000020004" pitchFamily="50" charset="-127"/>
            </a:endParaRPr>
          </a:p>
        </p:txBody>
      </p:sp>
    </p:spTree>
    <p:extLst>
      <p:ext uri="{BB962C8B-B14F-4D97-AF65-F5344CB8AC3E}">
        <p14:creationId xmlns:p14="http://schemas.microsoft.com/office/powerpoint/2010/main" val="1357378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395"/>
            <a:ext cx="9902825" cy="6853605"/>
          </a:xfrm>
          <a:prstGeom prst="rect">
            <a:avLst/>
          </a:prstGeom>
        </p:spPr>
      </p:pic>
      <p:sp>
        <p:nvSpPr>
          <p:cNvPr id="2" name="직사각형 1"/>
          <p:cNvSpPr/>
          <p:nvPr userDrawn="1"/>
        </p:nvSpPr>
        <p:spPr>
          <a:xfrm>
            <a:off x="1" y="0"/>
            <a:ext cx="9902825"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6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612" y="5677031"/>
            <a:ext cx="9003600"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2022 SAMSUNG. All rights reserved.</a:t>
            </a:r>
          </a:p>
          <a:p>
            <a:pPr marL="0" marR="0" lvl="0" indent="0" algn="l" defTabSz="914400"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Samsung Electronics Corporate Citizenship Office holds the copyright of book.</a:t>
            </a:r>
          </a:p>
          <a:p>
            <a:pPr marL="0" marR="0" lvl="0" indent="0" algn="l" defTabSz="914400"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This book is a literary property protected by copyright law so reprint and reproduction without permission are prohibited.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3012" y="3022951"/>
            <a:ext cx="2476800"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612" y="450000"/>
            <a:ext cx="129098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spTree>
    <p:extLst>
      <p:ext uri="{BB962C8B-B14F-4D97-AF65-F5344CB8AC3E}">
        <p14:creationId xmlns:p14="http://schemas.microsoft.com/office/powerpoint/2010/main" val="177301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549338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385759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4036029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50" charset="0"/>
                <a:ea typeface="Samsung Sharp Sans Bold" pitchFamily="50" charset="0"/>
                <a:cs typeface="Samsung Sharp Sans Bold" pitchFamily="50" charset="0"/>
              </a:rPr>
              <a:t>Samsung Innovation Campus</a:t>
            </a:r>
          </a:p>
        </p:txBody>
      </p:sp>
      <p:sp>
        <p:nvSpPr>
          <p:cNvPr id="7" name="슬라이드 번호 개체 틀 15">
            <a:extLst>
              <a:ext uri="{FF2B5EF4-FFF2-40B4-BE49-F238E27FC236}">
                <a16:creationId xmlns:a16="http://schemas.microsoft.com/office/drawing/2014/main" id="{DC109AF5-9684-4C7C-8609-D82073175524}"/>
              </a:ext>
            </a:extLst>
          </p:cNvPr>
          <p:cNvSpPr txBox="1">
            <a:spLocks/>
          </p:cNvSpPr>
          <p:nvPr userDrawn="1"/>
        </p:nvSpPr>
        <p:spPr>
          <a:xfrm>
            <a:off x="6849053" y="6501847"/>
            <a:ext cx="2350254" cy="130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latinLnBrk="0">
              <a:lnSpc>
                <a:spcPts val="1000"/>
              </a:lnSpc>
              <a:spcAft>
                <a:spcPts val="800"/>
              </a:spcAft>
            </a:pPr>
            <a:r>
              <a:rPr lang="en-US" altLang="ko-KR" sz="900" b="1" dirty="0">
                <a:effectLst/>
                <a:latin typeface="SamsungOne-400" panose="020B0503030303020204" pitchFamily="34" charset="0"/>
                <a:ea typeface="SamsungOne-400" panose="020B0503030303020204" pitchFamily="34" charset="0"/>
              </a:rPr>
              <a:t>Chapter 3. Python Intensive</a:t>
            </a:r>
            <a:endParaRPr lang="ko-KR" altLang="ko-KR" sz="900" b="1" dirty="0">
              <a:effectLst/>
              <a:latin typeface="SamsungOne-400" panose="020B0503030303020204" pitchFamily="34" charset="0"/>
              <a:ea typeface="맑은 고딕" panose="020B0503020000020004" pitchFamily="50" charset="-127"/>
              <a:cs typeface="맑은 고딕" panose="020B0503020000020004" pitchFamily="50" charset="-127"/>
            </a:endParaRPr>
          </a:p>
        </p:txBody>
      </p:sp>
    </p:spTree>
    <p:extLst>
      <p:ext uri="{BB962C8B-B14F-4D97-AF65-F5344CB8AC3E}">
        <p14:creationId xmlns:p14="http://schemas.microsoft.com/office/powerpoint/2010/main" val="2107007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DC109AF5-9684-4C7C-8609-D82073175524}"/>
              </a:ext>
            </a:extLst>
          </p:cNvPr>
          <p:cNvSpPr txBox="1">
            <a:spLocks/>
          </p:cNvSpPr>
          <p:nvPr userDrawn="1"/>
        </p:nvSpPr>
        <p:spPr>
          <a:xfrm>
            <a:off x="6849053" y="6501847"/>
            <a:ext cx="2350254" cy="130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latinLnBrk="0">
              <a:lnSpc>
                <a:spcPts val="1000"/>
              </a:lnSpc>
              <a:spcAft>
                <a:spcPts val="800"/>
              </a:spcAft>
            </a:pPr>
            <a:r>
              <a:rPr lang="en-US" altLang="ko-KR" sz="900" b="1" dirty="0">
                <a:effectLst/>
                <a:latin typeface="SamsungOne-400" panose="020B0503030303020204" pitchFamily="34" charset="0"/>
                <a:ea typeface="SamsungOne-400" panose="020B0503030303020204" pitchFamily="34" charset="0"/>
              </a:rPr>
              <a:t>Chapter 3. Python Intensive</a:t>
            </a:r>
            <a:endParaRPr lang="ko-KR" altLang="ko-KR" sz="900" b="1" dirty="0">
              <a:effectLst/>
              <a:latin typeface="SamsungOne-400" panose="020B0503030303020204" pitchFamily="34" charset="0"/>
              <a:ea typeface="맑은 고딕" panose="020B0503020000020004" pitchFamily="50" charset="-127"/>
              <a:cs typeface="맑은 고딕" panose="020B0503020000020004" pitchFamily="50" charset="-127"/>
            </a:endParaRPr>
          </a:p>
        </p:txBody>
      </p:sp>
    </p:spTree>
    <p:extLst>
      <p:ext uri="{BB962C8B-B14F-4D97-AF65-F5344CB8AC3E}">
        <p14:creationId xmlns:p14="http://schemas.microsoft.com/office/powerpoint/2010/main" val="273140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76677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7" r:id="rId5"/>
    <p:sldLayoutId id="2147483788" r:id="rId6"/>
    <p:sldLayoutId id="2147483789" r:id="rId7"/>
    <p:sldLayoutId id="2147483790" r:id="rId8"/>
    <p:sldLayoutId id="2147483781" r:id="rId9"/>
    <p:sldLayoutId id="2147483782" r:id="rId10"/>
    <p:sldLayoutId id="2147483783" r:id="rId11"/>
    <p:sldLayoutId id="2147483784" r:id="rId12"/>
    <p:sldLayoutId id="2147483797" r:id="rId13"/>
    <p:sldLayoutId id="2147483798" r:id="rId14"/>
    <p:sldLayoutId id="2147483799" r:id="rId15"/>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720000" y="2415408"/>
            <a:ext cx="5581378" cy="1572448"/>
            <a:chOff x="720000" y="2415408"/>
            <a:chExt cx="5581378" cy="1572448"/>
          </a:xfrm>
        </p:grpSpPr>
        <p:sp>
          <p:nvSpPr>
            <p:cNvPr id="15" name="직사각형 133">
              <a:extLst>
                <a:ext uri="{FF2B5EF4-FFF2-40B4-BE49-F238E27FC236}">
                  <a16:creationId xmlns:a16="http://schemas.microsoft.com/office/drawing/2014/main" id="{9ECD4F1E-56F2-4389-8493-B26C356AB15F}"/>
                </a:ext>
              </a:extLst>
            </p:cNvPr>
            <p:cNvSpPr/>
            <p:nvPr/>
          </p:nvSpPr>
          <p:spPr>
            <a:xfrm>
              <a:off x="720001" y="2415408"/>
              <a:ext cx="5226652"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5400" dirty="0">
                  <a:solidFill>
                    <a:schemeClr val="tx1"/>
                  </a:solidFill>
                  <a:latin typeface="Samsung Sharp Sans Bold" pitchFamily="2" charset="0"/>
                  <a:ea typeface="Samsung Sharp Sans Bold" pitchFamily="2" charset="0"/>
                  <a:cs typeface="Samsung Sharp Sans Bold" pitchFamily="2" charset="0"/>
                </a:rPr>
                <a:t>Chapter Quiz</a:t>
              </a:r>
            </a:p>
          </p:txBody>
        </p:sp>
        <p:sp>
          <p:nvSpPr>
            <p:cNvPr id="27" name="직사각형 133">
              <a:extLst>
                <a:ext uri="{FF2B5EF4-FFF2-40B4-BE49-F238E27FC236}">
                  <a16:creationId xmlns:a16="http://schemas.microsoft.com/office/drawing/2014/main" id="{7E1FFB96-4B69-4AC9-8440-53675C6399E1}"/>
                </a:ext>
              </a:extLst>
            </p:cNvPr>
            <p:cNvSpPr/>
            <p:nvPr/>
          </p:nvSpPr>
          <p:spPr>
            <a:xfrm>
              <a:off x="990000" y="3618524"/>
              <a:ext cx="531137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defRPr/>
              </a:pPr>
              <a:r>
                <a:rPr lang="en-US" altLang="ko-KR" sz="2400" dirty="0">
                  <a:solidFill>
                    <a:srgbClr val="1428A0"/>
                  </a:solidFill>
                  <a:latin typeface="+mj-ea"/>
                  <a:ea typeface="+mj-ea"/>
                  <a:cs typeface="Samsung Sharp Sans Bold" pitchFamily="2" charset="0"/>
                </a:rPr>
                <a:t>Coding and Programming</a:t>
              </a:r>
              <a:endParaRPr lang="ko-KR" altLang="en-US" sz="2400" dirty="0">
                <a:solidFill>
                  <a:srgbClr val="1428A0"/>
                </a:solidFill>
                <a:latin typeface="+mj-ea"/>
                <a:ea typeface="+mj-ea"/>
                <a:cs typeface="Samsung Sharp Sans Bold" pitchFamily="2" charset="0"/>
              </a:endParaRPr>
            </a:p>
          </p:txBody>
        </p:sp>
        <p:sp>
          <p:nvSpPr>
            <p:cNvPr id="28" name="직사각형 14">
              <a:extLst>
                <a:ext uri="{FF2B5EF4-FFF2-40B4-BE49-F238E27FC236}">
                  <a16:creationId xmlns:a16="http://schemas.microsoft.com/office/drawing/2014/main" id="{6490A05B-990A-4F39-A4F0-CDC93970D232}"/>
                </a:ext>
              </a:extLst>
            </p:cNvPr>
            <p:cNvSpPr/>
            <p:nvPr/>
          </p:nvSpPr>
          <p:spPr>
            <a:xfrm>
              <a:off x="720000" y="3636262"/>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Tree>
    <p:extLst>
      <p:ext uri="{BB962C8B-B14F-4D97-AF65-F5344CB8AC3E}">
        <p14:creationId xmlns:p14="http://schemas.microsoft.com/office/powerpoint/2010/main" val="934348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19999" y="2494446"/>
            <a:ext cx="5186279" cy="1497008"/>
            <a:chOff x="719999" y="2494446"/>
            <a:chExt cx="5186279" cy="1497008"/>
          </a:xfrm>
        </p:grpSpPr>
        <p:sp>
          <p:nvSpPr>
            <p:cNvPr id="36" name="직사각형 133">
              <a:extLst>
                <a:ext uri="{FF2B5EF4-FFF2-40B4-BE49-F238E27FC236}">
                  <a16:creationId xmlns:a16="http://schemas.microsoft.com/office/drawing/2014/main" id="{9ECD4F1E-56F2-4389-8493-B26C356AB15F}"/>
                </a:ext>
              </a:extLst>
            </p:cNvPr>
            <p:cNvSpPr/>
            <p:nvPr/>
          </p:nvSpPr>
          <p:spPr>
            <a:xfrm>
              <a:off x="990000" y="2494446"/>
              <a:ext cx="4916278" cy="677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4400" dirty="0">
                  <a:solidFill>
                    <a:schemeClr val="tx1"/>
                  </a:solidFill>
                  <a:latin typeface="Samsung Sharp Sans Bold" pitchFamily="2" charset="0"/>
                  <a:ea typeface="Samsung Sharp Sans Bold" pitchFamily="2" charset="0"/>
                  <a:cs typeface="Samsung Sharp Sans Bold" pitchFamily="2" charset="0"/>
                </a:rPr>
                <a:t>Quiz</a:t>
              </a:r>
            </a:p>
          </p:txBody>
        </p:sp>
        <p:sp>
          <p:nvSpPr>
            <p:cNvPr id="37" name="직사각형 133">
              <a:extLst>
                <a:ext uri="{FF2B5EF4-FFF2-40B4-BE49-F238E27FC236}">
                  <a16:creationId xmlns:a16="http://schemas.microsoft.com/office/drawing/2014/main" id="{7E1FFB96-4B69-4AC9-8440-53675C6399E1}"/>
                </a:ext>
              </a:extLst>
            </p:cNvPr>
            <p:cNvSpPr/>
            <p:nvPr/>
          </p:nvSpPr>
          <p:spPr>
            <a:xfrm>
              <a:off x="990000" y="3622122"/>
              <a:ext cx="1895089"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400" dirty="0">
                  <a:solidFill>
                    <a:srgbClr val="1428A0"/>
                  </a:solidFill>
                  <a:latin typeface="Samsung Sharp Sans Bold" pitchFamily="2" charset="0"/>
                  <a:ea typeface="Samsung Sharp Sans Bold" pitchFamily="2" charset="0"/>
                  <a:cs typeface="Samsung Sharp Sans Bold" pitchFamily="2" charset="0"/>
                </a:rPr>
                <a:t>Chapter 3</a:t>
              </a:r>
            </a:p>
          </p:txBody>
        </p:sp>
        <p:sp>
          <p:nvSpPr>
            <p:cNvPr id="38" name="직사각형 14">
              <a:extLst>
                <a:ext uri="{FF2B5EF4-FFF2-40B4-BE49-F238E27FC236}">
                  <a16:creationId xmlns:a16="http://schemas.microsoft.com/office/drawing/2014/main" id="{6490A05B-990A-4F39-A4F0-CDC93970D232}"/>
                </a:ext>
              </a:extLst>
            </p:cNvPr>
            <p:cNvSpPr/>
            <p:nvPr/>
          </p:nvSpPr>
          <p:spPr>
            <a:xfrm>
              <a:off x="720000" y="3639860"/>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sp>
          <p:nvSpPr>
            <p:cNvPr id="39" name="직사각형 11">
              <a:extLst>
                <a:ext uri="{FF2B5EF4-FFF2-40B4-BE49-F238E27FC236}">
                  <a16:creationId xmlns:a16="http://schemas.microsoft.com/office/drawing/2014/main" id="{5D14EC55-4505-4D03-B538-D66AAACB366E}"/>
                </a:ext>
              </a:extLst>
            </p:cNvPr>
            <p:cNvSpPr/>
            <p:nvPr/>
          </p:nvSpPr>
          <p:spPr>
            <a:xfrm>
              <a:off x="719999" y="2494446"/>
              <a:ext cx="60008" cy="9806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
        <p:nvSpPr>
          <p:cNvPr id="9" name="직사각형 8"/>
          <p:cNvSpPr/>
          <p:nvPr/>
        </p:nvSpPr>
        <p:spPr>
          <a:xfrm>
            <a:off x="719999" y="5382604"/>
            <a:ext cx="7040018" cy="586892"/>
          </a:xfrm>
          <a:prstGeom prst="rect">
            <a:avLst/>
          </a:prstGeom>
        </p:spPr>
        <p:txBody>
          <a:bodyPr wrap="square" lIns="0" tIns="0" rIns="0" bIns="0">
            <a:spAutoFit/>
          </a:bodyPr>
          <a:lstStyle/>
          <a:p>
            <a:pPr>
              <a:lnSpc>
                <a:spcPct val="107000"/>
              </a:lnSpc>
              <a:spcAft>
                <a:spcPts val="0"/>
              </a:spcAft>
            </a:pPr>
            <a:r>
              <a:rPr lang="ko-KR" altLang="ko-KR" sz="900" kern="100" dirty="0">
                <a:latin typeface="+mn-lt"/>
                <a:ea typeface="맑은 고딕" panose="020B0503020000020004" pitchFamily="50" charset="-127"/>
                <a:cs typeface="맑은 고딕" panose="020B0503020000020004" pitchFamily="50" charset="-127"/>
              </a:rPr>
              <a:t>ⓒ</a:t>
            </a:r>
            <a:r>
              <a:rPr lang="en-US" altLang="ko-KR" sz="900" kern="100" dirty="0">
                <a:latin typeface="+mn-lt"/>
                <a:ea typeface="SamsungOne-400"/>
                <a:cs typeface="Times New Roman" panose="02020603050405020304" pitchFamily="18" charset="0"/>
              </a:rPr>
              <a:t>2023 SAMSUNG. All rights reserved.</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Samsung Electronics Corporate Citizenship Office holds the copyright of this document.</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This document is a literary property protected by copyright law so reprint and reproduction without permission are prohibited. </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To use this document other than the curriculum of Samsung innovation Campus, you must receive written consent from copyright holder.</a:t>
            </a:r>
            <a:endParaRPr lang="ko-KR" altLang="ko-KR" sz="900" kern="100" dirty="0">
              <a:effectLst/>
              <a:latin typeface="+mn-lt"/>
              <a:ea typeface="맑은 고딕" panose="020B0503020000020004" pitchFamily="50" charset="-127"/>
              <a:cs typeface="Times New Roman" panose="02020603050405020304" pitchFamily="18" charset="0"/>
            </a:endParaRPr>
          </a:p>
        </p:txBody>
      </p:sp>
      <p:sp>
        <p:nvSpPr>
          <p:cNvPr id="3" name="Rounded Rectangle 2"/>
          <p:cNvSpPr/>
          <p:nvPr/>
        </p:nvSpPr>
        <p:spPr>
          <a:xfrm>
            <a:off x="2948875" y="3648183"/>
            <a:ext cx="1707964" cy="305232"/>
          </a:xfrm>
          <a:prstGeom prst="round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r>
              <a:rPr lang="en-US" altLang="ko-KR" sz="1600" dirty="0">
                <a:solidFill>
                  <a:schemeClr val="bg1"/>
                </a:solidFill>
                <a:latin typeface="Samsung Sharp Sans Bold" pitchFamily="2" charset="0"/>
                <a:ea typeface="Samsung Sharp Sans Bold" pitchFamily="2" charset="0"/>
                <a:cs typeface="Samsung Sharp Sans Bold" pitchFamily="2" charset="0"/>
              </a:rPr>
              <a:t>For Student</a:t>
            </a:r>
            <a:endParaRPr lang="ko-KR" altLang="en-US" sz="1600" dirty="0">
              <a:solidFill>
                <a:schemeClr val="bg1"/>
              </a:solidFill>
              <a:latin typeface="Samsung Sharp Sans Bold" pitchFamily="2" charset="0"/>
              <a:ea typeface="Samsung Sharp Sans Bold" pitchFamily="2" charset="0"/>
              <a:cs typeface="Samsung Sharp Sans Bold" pitchFamily="2" charset="0"/>
            </a:endParaRPr>
          </a:p>
        </p:txBody>
      </p:sp>
    </p:spTree>
    <p:extLst>
      <p:ext uri="{BB962C8B-B14F-4D97-AF65-F5344CB8AC3E}">
        <p14:creationId xmlns:p14="http://schemas.microsoft.com/office/powerpoint/2010/main" val="2252175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5">
            <a:extLst>
              <a:ext uri="{FF2B5EF4-FFF2-40B4-BE49-F238E27FC236}">
                <a16:creationId xmlns:a16="http://schemas.microsoft.com/office/drawing/2014/main"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17-01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9" name="직사각형 11">
            <a:extLst>
              <a:ext uri="{FF2B5EF4-FFF2-40B4-BE49-F238E27FC236}">
                <a16:creationId xmlns:a16="http://schemas.microsoft.com/office/drawing/2014/main"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17</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Function</a:t>
            </a:r>
          </a:p>
        </p:txBody>
      </p:sp>
      <p:sp>
        <p:nvSpPr>
          <p:cNvPr id="9" name="직사각형 2"/>
          <p:cNvSpPr/>
          <p:nvPr/>
        </p:nvSpPr>
        <p:spPr>
          <a:xfrm>
            <a:off x="463014" y="1796542"/>
            <a:ext cx="8924982" cy="898532"/>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Receive the coordinates (x1, y1), (x2, y2) of two points from the user and print the distance between the two points as follows. To do this, implement the distance(x1, y1, x2, y2) function.</a:t>
            </a:r>
          </a:p>
          <a:p>
            <a:r>
              <a:rPr lang="en-US" altLang="ko-KR" sz="1300" b="1" dirty="0">
                <a:solidFill>
                  <a:srgbClr val="FF0000"/>
                </a:solidFill>
                <a:latin typeface="SamsungOne-400" panose="020B0503030303020204" pitchFamily="34" charset="0"/>
                <a:ea typeface="SamsungOne-400" panose="020B0503030303020204" pitchFamily="34" charset="0"/>
              </a:rPr>
              <a:t>Coding guideline: Refer to the figure below for the formula to find the distance between two points.</a:t>
            </a:r>
          </a:p>
        </p:txBody>
      </p:sp>
      <p:grpSp>
        <p:nvGrpSpPr>
          <p:cNvPr id="5" name="그룹 4"/>
          <p:cNvGrpSpPr/>
          <p:nvPr/>
        </p:nvGrpSpPr>
        <p:grpSpPr>
          <a:xfrm>
            <a:off x="476028" y="2834640"/>
            <a:ext cx="8911968" cy="2029968"/>
            <a:chOff x="476028" y="2834640"/>
            <a:chExt cx="8911968" cy="2029968"/>
          </a:xfrm>
        </p:grpSpPr>
        <p:pic>
          <p:nvPicPr>
            <p:cNvPr id="1026" name="Picture 2" descr="https://lh3.googleusercontent.com/qdEyXJCKOzPLJqeBRP9CFD8yP5y2-oTisRx0Rx_G0-li1hkTmsNSORDkeLEZC9ZzdwOSH-XyLG9b7oxuC3YlRgDHXHwtLXwNedZYmE0-xyIT7MuR7ChpaKUF92674EbT7k7BkWIpVgdBF_GRs7oRhA=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0930" y="2975137"/>
              <a:ext cx="3020003" cy="1737043"/>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1" name="직사각형 18"/>
            <p:cNvSpPr/>
            <p:nvPr/>
          </p:nvSpPr>
          <p:spPr>
            <a:xfrm>
              <a:off x="476028" y="2834640"/>
              <a:ext cx="8911968" cy="202996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endParaRPr lang="en-US" altLang="ko-KR" sz="1300" dirty="0">
                <a:solidFill>
                  <a:srgbClr val="0D0D0D"/>
                </a:solidFill>
                <a:latin typeface="SamsungOne-400" panose="020B0503030303020204" pitchFamily="34" charset="0"/>
                <a:ea typeface="SamsungOne-400" panose="020B0503030303020204" pitchFamily="34" charset="0"/>
              </a:endParaRPr>
            </a:p>
          </p:txBody>
        </p:sp>
      </p:grpSp>
      <p:pic>
        <p:nvPicPr>
          <p:cNvPr id="4" name="그림 3">
            <a:extLst>
              <a:ext uri="{FF2B5EF4-FFF2-40B4-BE49-F238E27FC236}">
                <a16:creationId xmlns:a16="http://schemas.microsoft.com/office/drawing/2014/main" id="{0BD54E07-CFE6-3995-7B26-A9ECF8268BD9}"/>
              </a:ext>
            </a:extLst>
          </p:cNvPr>
          <p:cNvPicPr>
            <a:picLocks noChangeAspect="1"/>
          </p:cNvPicPr>
          <p:nvPr/>
        </p:nvPicPr>
        <p:blipFill>
          <a:blip r:embed="rId3"/>
          <a:stretch>
            <a:fillRect/>
          </a:stretch>
        </p:blipFill>
        <p:spPr>
          <a:xfrm>
            <a:off x="523875" y="2924176"/>
            <a:ext cx="3133549" cy="1047750"/>
          </a:xfrm>
          <a:prstGeom prst="rect">
            <a:avLst/>
          </a:prstGeom>
        </p:spPr>
      </p:pic>
    </p:spTree>
    <p:extLst>
      <p:ext uri="{BB962C8B-B14F-4D97-AF65-F5344CB8AC3E}">
        <p14:creationId xmlns:p14="http://schemas.microsoft.com/office/powerpoint/2010/main" val="771600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18-01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4" name="직사각형 11">
            <a:extLst>
              <a:ext uri="{FF2B5EF4-FFF2-40B4-BE49-F238E27FC236}">
                <a16:creationId xmlns:a16="http://schemas.microsoft.com/office/drawing/2014/main"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18</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Recursion Function Call</a:t>
            </a:r>
          </a:p>
        </p:txBody>
      </p:sp>
      <p:sp>
        <p:nvSpPr>
          <p:cNvPr id="6" name="직사각형 2"/>
          <p:cNvSpPr/>
          <p:nvPr/>
        </p:nvSpPr>
        <p:spPr>
          <a:xfrm>
            <a:off x="463014" y="1796541"/>
            <a:ext cx="8924982" cy="1282867"/>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A palindrome is a sentence, word, or string that is the same as reading any character from back to front. Words like level, eve, and radar are examples of the palindrome.</a:t>
            </a:r>
          </a:p>
          <a:p>
            <a:r>
              <a:rPr lang="en-US" altLang="ko-KR" sz="1300" b="1" dirty="0">
                <a:solidFill>
                  <a:srgbClr val="0D0D0D"/>
                </a:solidFill>
                <a:latin typeface="SamsungOne-400" panose="020B0503030303020204" pitchFamily="34" charset="0"/>
                <a:ea typeface="SamsungOne-400" panose="020B0503030303020204" pitchFamily="34" charset="0"/>
              </a:rPr>
              <a:t>Let's use a recursive call to determine a palindrome. Define a function called </a:t>
            </a:r>
            <a:r>
              <a:rPr lang="en-US" altLang="ko-KR" sz="1300" b="1" dirty="0" err="1">
                <a:solidFill>
                  <a:srgbClr val="0D0D0D"/>
                </a:solidFill>
                <a:latin typeface="SamsungOne-400" panose="020B0503030303020204" pitchFamily="34" charset="0"/>
                <a:ea typeface="SamsungOne-400" panose="020B0503030303020204" pitchFamily="34" charset="0"/>
              </a:rPr>
              <a:t>is_palindrome</a:t>
            </a:r>
            <a:r>
              <a:rPr lang="en-US" altLang="ko-KR" sz="1300" b="1" dirty="0">
                <a:solidFill>
                  <a:srgbClr val="0D0D0D"/>
                </a:solidFill>
                <a:latin typeface="SamsungOne-400" panose="020B0503030303020204" pitchFamily="34" charset="0"/>
                <a:ea typeface="SamsungOne-400" panose="020B0503030303020204" pitchFamily="34" charset="0"/>
              </a:rPr>
              <a:t> and write a program that receives a string from the user and prints whether the string is a palindrome or not.</a:t>
            </a:r>
          </a:p>
          <a:p>
            <a:r>
              <a:rPr lang="en-US" altLang="ko-KR" sz="1300" b="1" dirty="0">
                <a:solidFill>
                  <a:srgbClr val="FF0000"/>
                </a:solidFill>
                <a:latin typeface="SamsungOne-400" panose="020B0503030303020204" pitchFamily="34" charset="0"/>
                <a:ea typeface="SamsungOne-400" panose="020B0503030303020204" pitchFamily="34" charset="0"/>
              </a:rPr>
              <a:t>Coding guideline: Call the </a:t>
            </a:r>
            <a:r>
              <a:rPr lang="en-US" altLang="ko-KR" sz="1300" b="1" dirty="0" err="1">
                <a:solidFill>
                  <a:srgbClr val="FF0000"/>
                </a:solidFill>
                <a:latin typeface="SamsungOne-400" panose="020B0503030303020204" pitchFamily="34" charset="0"/>
                <a:ea typeface="SamsungOne-400" panose="020B0503030303020204" pitchFamily="34" charset="0"/>
              </a:rPr>
              <a:t>is_palindrome</a:t>
            </a:r>
            <a:r>
              <a:rPr lang="en-US" altLang="ko-KR" sz="1300" b="1" dirty="0">
                <a:solidFill>
                  <a:srgbClr val="FF0000"/>
                </a:solidFill>
                <a:latin typeface="SamsungOne-400" panose="020B0503030303020204" pitchFamily="34" charset="0"/>
                <a:ea typeface="SamsungOne-400" panose="020B0503030303020204" pitchFamily="34" charset="0"/>
              </a:rPr>
              <a:t> function inside the </a:t>
            </a:r>
            <a:r>
              <a:rPr lang="en-US" altLang="ko-KR" sz="1300" b="1" dirty="0" err="1">
                <a:solidFill>
                  <a:srgbClr val="FF0000"/>
                </a:solidFill>
                <a:latin typeface="SamsungOne-400" panose="020B0503030303020204" pitchFamily="34" charset="0"/>
                <a:ea typeface="SamsungOne-400" panose="020B0503030303020204" pitchFamily="34" charset="0"/>
              </a:rPr>
              <a:t>is_palindrome</a:t>
            </a:r>
            <a:r>
              <a:rPr lang="en-US" altLang="ko-KR" sz="1300" b="1" dirty="0">
                <a:solidFill>
                  <a:srgbClr val="FF0000"/>
                </a:solidFill>
                <a:latin typeface="SamsungOne-400" panose="020B0503030303020204" pitchFamily="34" charset="0"/>
                <a:ea typeface="SamsungOne-400" panose="020B0503030303020204" pitchFamily="34" charset="0"/>
              </a:rPr>
              <a:t> function.</a:t>
            </a:r>
          </a:p>
        </p:txBody>
      </p:sp>
    </p:spTree>
    <p:extLst>
      <p:ext uri="{BB962C8B-B14F-4D97-AF65-F5344CB8AC3E}">
        <p14:creationId xmlns:p14="http://schemas.microsoft.com/office/powerpoint/2010/main" val="3597915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5">
            <a:extLst>
              <a:ext uri="{FF2B5EF4-FFF2-40B4-BE49-F238E27FC236}">
                <a16:creationId xmlns:a16="http://schemas.microsoft.com/office/drawing/2014/main"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19-01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0" name="직사각형 11">
            <a:extLst>
              <a:ext uri="{FF2B5EF4-FFF2-40B4-BE49-F238E27FC236}">
                <a16:creationId xmlns:a16="http://schemas.microsoft.com/office/drawing/2014/main"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19</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Lambda</a:t>
            </a:r>
          </a:p>
        </p:txBody>
      </p:sp>
      <p:sp>
        <p:nvSpPr>
          <p:cNvPr id="9" name="직사각형 2"/>
          <p:cNvSpPr/>
          <p:nvPr/>
        </p:nvSpPr>
        <p:spPr>
          <a:xfrm>
            <a:off x="463014" y="1796542"/>
            <a:ext cx="8924982" cy="898532"/>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There is a list named </a:t>
            </a:r>
            <a:r>
              <a:rPr lang="en-US" altLang="ko-KR" sz="1300" b="1" dirty="0" err="1">
                <a:solidFill>
                  <a:srgbClr val="0D0D0D"/>
                </a:solidFill>
                <a:latin typeface="SamsungOne-400" panose="020B0503030303020204" pitchFamily="34" charset="0"/>
                <a:ea typeface="SamsungOne-400" panose="020B0503030303020204" pitchFamily="34" charset="0"/>
              </a:rPr>
              <a:t>n_list</a:t>
            </a:r>
            <a:r>
              <a:rPr lang="en-US" altLang="ko-KR" sz="1300" b="1" dirty="0">
                <a:solidFill>
                  <a:srgbClr val="0D0D0D"/>
                </a:solidFill>
                <a:latin typeface="SamsungOne-400" panose="020B0503030303020204" pitchFamily="34" charset="0"/>
                <a:ea typeface="SamsungOne-400" panose="020B0503030303020204" pitchFamily="34" charset="0"/>
              </a:rPr>
              <a:t> with values of [10, 20, 30]. Write a code that puts </a:t>
            </a:r>
            <a:r>
              <a:rPr lang="en-US" altLang="ko-KR" sz="1300" b="1" dirty="0" err="1">
                <a:solidFill>
                  <a:srgbClr val="0D0D0D"/>
                </a:solidFill>
                <a:latin typeface="SamsungOne-400" panose="020B0503030303020204" pitchFamily="34" charset="0"/>
                <a:ea typeface="SamsungOne-400" panose="020B0503030303020204" pitchFamily="34" charset="0"/>
              </a:rPr>
              <a:t>n_list</a:t>
            </a:r>
            <a:r>
              <a:rPr lang="en-US" altLang="ko-KR" sz="1300" b="1" dirty="0">
                <a:solidFill>
                  <a:srgbClr val="0D0D0D"/>
                </a:solidFill>
                <a:latin typeface="SamsungOne-400" panose="020B0503030303020204" pitchFamily="34" charset="0"/>
                <a:ea typeface="SamsungOne-400" panose="020B0503030303020204" pitchFamily="34" charset="0"/>
              </a:rPr>
              <a:t> into the map function and returns the result as follows.</a:t>
            </a:r>
          </a:p>
          <a:p>
            <a:r>
              <a:rPr lang="en-US" altLang="ko-KR" sz="1300" b="1" dirty="0">
                <a:solidFill>
                  <a:srgbClr val="FF0000"/>
                </a:solidFill>
                <a:latin typeface="SamsungOne-400" panose="020B0503030303020204" pitchFamily="34" charset="0"/>
                <a:ea typeface="SamsungOne-400" panose="020B0503030303020204" pitchFamily="34" charset="0"/>
              </a:rPr>
              <a:t>Coding guideline: Use the map and lambda functions.</a:t>
            </a:r>
          </a:p>
        </p:txBody>
      </p:sp>
      <p:grpSp>
        <p:nvGrpSpPr>
          <p:cNvPr id="5" name="그룹 4">
            <a:extLst>
              <a:ext uri="{FF2B5EF4-FFF2-40B4-BE49-F238E27FC236}">
                <a16:creationId xmlns:a16="http://schemas.microsoft.com/office/drawing/2014/main" id="{87CD6B64-C60C-32BC-615B-806ABBF2D48D}"/>
              </a:ext>
            </a:extLst>
          </p:cNvPr>
          <p:cNvGrpSpPr/>
          <p:nvPr/>
        </p:nvGrpSpPr>
        <p:grpSpPr>
          <a:xfrm>
            <a:off x="476028" y="2834640"/>
            <a:ext cx="8911968" cy="689610"/>
            <a:chOff x="476028" y="2834640"/>
            <a:chExt cx="8911968" cy="689610"/>
          </a:xfrm>
        </p:grpSpPr>
        <p:sp>
          <p:nvSpPr>
            <p:cNvPr id="13" name="직사각형 18"/>
            <p:cNvSpPr/>
            <p:nvPr/>
          </p:nvSpPr>
          <p:spPr>
            <a:xfrm>
              <a:off x="476028" y="2834640"/>
              <a:ext cx="8911968" cy="68961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endParaRPr lang="en-US" altLang="ko-KR" sz="1300" dirty="0">
                <a:solidFill>
                  <a:srgbClr val="0D0D0D"/>
                </a:solidFill>
                <a:latin typeface="SamsungOne-400" panose="020B0503030303020204" pitchFamily="34" charset="0"/>
                <a:ea typeface="SamsungOne-400" panose="020B0503030303020204" pitchFamily="34" charset="0"/>
              </a:endParaRPr>
            </a:p>
          </p:txBody>
        </p:sp>
        <p:pic>
          <p:nvPicPr>
            <p:cNvPr id="4" name="그림 3">
              <a:extLst>
                <a:ext uri="{FF2B5EF4-FFF2-40B4-BE49-F238E27FC236}">
                  <a16:creationId xmlns:a16="http://schemas.microsoft.com/office/drawing/2014/main" id="{759FAB1D-88F8-3DCE-2A1E-75E6CBACEEDA}"/>
                </a:ext>
              </a:extLst>
            </p:cNvPr>
            <p:cNvPicPr>
              <a:picLocks noChangeAspect="1"/>
            </p:cNvPicPr>
            <p:nvPr/>
          </p:nvPicPr>
          <p:blipFill>
            <a:blip r:embed="rId2"/>
            <a:stretch>
              <a:fillRect/>
            </a:stretch>
          </p:blipFill>
          <p:spPr>
            <a:xfrm>
              <a:off x="571500" y="2919412"/>
              <a:ext cx="3833961" cy="528638"/>
            </a:xfrm>
            <a:prstGeom prst="rect">
              <a:avLst/>
            </a:prstGeom>
          </p:spPr>
        </p:pic>
      </p:grpSp>
    </p:spTree>
    <p:extLst>
      <p:ext uri="{BB962C8B-B14F-4D97-AF65-F5344CB8AC3E}">
        <p14:creationId xmlns:p14="http://schemas.microsoft.com/office/powerpoint/2010/main" val="2215329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5">
            <a:extLst>
              <a:ext uri="{FF2B5EF4-FFF2-40B4-BE49-F238E27FC236}">
                <a16:creationId xmlns:a16="http://schemas.microsoft.com/office/drawing/2014/main"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20-01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20" name="직사각형 11">
            <a:extLst>
              <a:ext uri="{FF2B5EF4-FFF2-40B4-BE49-F238E27FC236}">
                <a16:creationId xmlns:a16="http://schemas.microsoft.com/office/drawing/2014/main"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20</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Closure</a:t>
            </a:r>
          </a:p>
        </p:txBody>
      </p:sp>
      <p:sp>
        <p:nvSpPr>
          <p:cNvPr id="5" name="직사각형 2"/>
          <p:cNvSpPr/>
          <p:nvPr/>
        </p:nvSpPr>
        <p:spPr>
          <a:xfrm>
            <a:off x="463014" y="1796542"/>
            <a:ext cx="8924982" cy="663194"/>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In the following code, expect what value will finally be included in </a:t>
            </a:r>
            <a:r>
              <a:rPr lang="en-US" altLang="ko-KR" sz="1300" b="1" dirty="0" err="1">
                <a:solidFill>
                  <a:srgbClr val="0D0D0D"/>
                </a:solidFill>
                <a:latin typeface="SamsungOne-400" panose="020B0503030303020204" pitchFamily="34" charset="0"/>
                <a:ea typeface="SamsungOne-400" panose="020B0503030303020204" pitchFamily="34" charset="0"/>
              </a:rPr>
              <a:t>num_list</a:t>
            </a:r>
            <a:r>
              <a:rPr lang="en-US" altLang="ko-KR" sz="1300" b="1" dirty="0">
                <a:solidFill>
                  <a:srgbClr val="0D0D0D"/>
                </a:solidFill>
                <a:latin typeface="SamsungOne-400" panose="020B0503030303020204" pitchFamily="34" charset="0"/>
                <a:ea typeface="SamsungOne-400" panose="020B0503030303020204" pitchFamily="34" charset="0"/>
              </a:rPr>
              <a:t>. Calculate the expected result by hand.</a:t>
            </a:r>
          </a:p>
          <a:p>
            <a:r>
              <a:rPr lang="en-US" altLang="ko-KR" sz="1300" b="1" dirty="0">
                <a:solidFill>
                  <a:srgbClr val="FF0000"/>
                </a:solidFill>
                <a:latin typeface="SamsungOne-400" panose="020B0503030303020204" pitchFamily="34" charset="0"/>
                <a:ea typeface="SamsungOne-400" panose="020B0503030303020204" pitchFamily="34" charset="0"/>
              </a:rPr>
              <a:t>Coding guideline: Through the for statement, the output will be printed 5 times. Expect this output and write the result.</a:t>
            </a:r>
          </a:p>
        </p:txBody>
      </p:sp>
      <p:grpSp>
        <p:nvGrpSpPr>
          <p:cNvPr id="4" name="그룹 3">
            <a:extLst>
              <a:ext uri="{FF2B5EF4-FFF2-40B4-BE49-F238E27FC236}">
                <a16:creationId xmlns:a16="http://schemas.microsoft.com/office/drawing/2014/main" id="{95293BC8-E0B6-E9E4-D9C1-987C77D7A400}"/>
              </a:ext>
            </a:extLst>
          </p:cNvPr>
          <p:cNvGrpSpPr/>
          <p:nvPr/>
        </p:nvGrpSpPr>
        <p:grpSpPr>
          <a:xfrm>
            <a:off x="476028" y="2615184"/>
            <a:ext cx="8911968" cy="1956816"/>
            <a:chOff x="476028" y="2615184"/>
            <a:chExt cx="8911968" cy="1956816"/>
          </a:xfrm>
        </p:grpSpPr>
        <p:sp>
          <p:nvSpPr>
            <p:cNvPr id="6" name="직사각형 18"/>
            <p:cNvSpPr/>
            <p:nvPr/>
          </p:nvSpPr>
          <p:spPr>
            <a:xfrm>
              <a:off x="476028" y="2615184"/>
              <a:ext cx="8911968" cy="195681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endParaRPr lang="en-US" altLang="ko-KR" sz="1300" dirty="0">
                <a:solidFill>
                  <a:srgbClr val="0D0D0D"/>
                </a:solidFill>
                <a:latin typeface="SamsungOne-400" panose="020B0503030303020204" pitchFamily="34" charset="0"/>
                <a:ea typeface="SamsungOne-400" panose="020B0503030303020204" pitchFamily="34" charset="0"/>
              </a:endParaRPr>
            </a:p>
          </p:txBody>
        </p:sp>
        <p:pic>
          <p:nvPicPr>
            <p:cNvPr id="3" name="그림 2">
              <a:extLst>
                <a:ext uri="{FF2B5EF4-FFF2-40B4-BE49-F238E27FC236}">
                  <a16:creationId xmlns:a16="http://schemas.microsoft.com/office/drawing/2014/main" id="{CC19E94A-71CC-DEE2-8E16-A3B191F70096}"/>
                </a:ext>
              </a:extLst>
            </p:cNvPr>
            <p:cNvPicPr>
              <a:picLocks noChangeAspect="1"/>
            </p:cNvPicPr>
            <p:nvPr/>
          </p:nvPicPr>
          <p:blipFill rotWithShape="1">
            <a:blip r:embed="rId2"/>
            <a:srcRect r="10622" b="34468"/>
            <a:stretch/>
          </p:blipFill>
          <p:spPr>
            <a:xfrm>
              <a:off x="534155" y="2694752"/>
              <a:ext cx="8853841" cy="1820098"/>
            </a:xfrm>
            <a:prstGeom prst="rect">
              <a:avLst/>
            </a:prstGeom>
          </p:spPr>
        </p:pic>
      </p:grpSp>
    </p:spTree>
    <p:extLst>
      <p:ext uri="{BB962C8B-B14F-4D97-AF65-F5344CB8AC3E}">
        <p14:creationId xmlns:p14="http://schemas.microsoft.com/office/powerpoint/2010/main" val="533902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5">
            <a:extLst>
              <a:ext uri="{FF2B5EF4-FFF2-40B4-BE49-F238E27FC236}">
                <a16:creationId xmlns:a16="http://schemas.microsoft.com/office/drawing/2014/main"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21-01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9" name="직사각형 11">
            <a:extLst>
              <a:ext uri="{FF2B5EF4-FFF2-40B4-BE49-F238E27FC236}">
                <a16:creationId xmlns:a16="http://schemas.microsoft.com/office/drawing/2014/main"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21</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Class</a:t>
            </a:r>
          </a:p>
        </p:txBody>
      </p:sp>
      <p:sp>
        <p:nvSpPr>
          <p:cNvPr id="5" name="직사각형 2"/>
          <p:cNvSpPr/>
          <p:nvPr/>
        </p:nvSpPr>
        <p:spPr>
          <a:xfrm>
            <a:off x="463014" y="1796541"/>
            <a:ext cx="8924982" cy="1074769"/>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Implement multiplication (*) and division (/) of two vectors using the </a:t>
            </a:r>
            <a:r>
              <a:rPr lang="en-US" altLang="ko-KR" sz="1300" b="1" dirty="0" err="1">
                <a:solidFill>
                  <a:srgbClr val="0D0D0D"/>
                </a:solidFill>
                <a:latin typeface="SamsungOne-400" panose="020B0503030303020204" pitchFamily="34" charset="0"/>
                <a:ea typeface="SamsungOne-400" panose="020B0503030303020204" pitchFamily="34" charset="0"/>
              </a:rPr>
              <a:t>mul</a:t>
            </a:r>
            <a:r>
              <a:rPr lang="en-US" altLang="ko-KR" sz="1300" b="1" dirty="0">
                <a:solidFill>
                  <a:srgbClr val="0D0D0D"/>
                </a:solidFill>
                <a:latin typeface="SamsungOne-400" panose="020B0503030303020204" pitchFamily="34" charset="0"/>
                <a:ea typeface="SamsungOne-400" panose="020B0503030303020204" pitchFamily="34" charset="0"/>
              </a:rPr>
              <a:t> and </a:t>
            </a:r>
            <a:r>
              <a:rPr lang="en-US" altLang="ko-KR" sz="1300" b="1" dirty="0" err="1">
                <a:solidFill>
                  <a:srgbClr val="0D0D0D"/>
                </a:solidFill>
                <a:latin typeface="SamsungOne-400" panose="020B0503030303020204" pitchFamily="34" charset="0"/>
                <a:ea typeface="SamsungOne-400" panose="020B0503030303020204" pitchFamily="34" charset="0"/>
              </a:rPr>
              <a:t>truediv</a:t>
            </a:r>
            <a:r>
              <a:rPr lang="en-US" altLang="ko-KR" sz="1300" b="1" dirty="0">
                <a:solidFill>
                  <a:srgbClr val="0D0D0D"/>
                </a:solidFill>
                <a:latin typeface="SamsungOne-400" panose="020B0503030303020204" pitchFamily="34" charset="0"/>
                <a:ea typeface="SamsungOne-400" panose="020B0503030303020204" pitchFamily="34" charset="0"/>
              </a:rPr>
              <a:t> methods learned in unit 21. Assuming that v1 is (30, 40) and v2 is (10, 20), write a code that prints the output as below as the result of the multiplication and division of two vectors.</a:t>
            </a:r>
          </a:p>
          <a:p>
            <a:r>
              <a:rPr lang="en-US" altLang="ko-KR" sz="1300" b="1" dirty="0">
                <a:solidFill>
                  <a:srgbClr val="FF0000"/>
                </a:solidFill>
                <a:latin typeface="SamsungOne-400" panose="020B0503030303020204" pitchFamily="34" charset="0"/>
                <a:ea typeface="SamsungOne-400" panose="020B0503030303020204" pitchFamily="34" charset="0"/>
              </a:rPr>
              <a:t>Coding guideline: Write a code that extends the functionality of the Vector2D class you learned in this chapter.</a:t>
            </a:r>
          </a:p>
        </p:txBody>
      </p:sp>
      <p:grpSp>
        <p:nvGrpSpPr>
          <p:cNvPr id="4" name="그룹 3">
            <a:extLst>
              <a:ext uri="{FF2B5EF4-FFF2-40B4-BE49-F238E27FC236}">
                <a16:creationId xmlns:a16="http://schemas.microsoft.com/office/drawing/2014/main" id="{D8B1AA0C-7078-00C4-528F-60207294D470}"/>
              </a:ext>
            </a:extLst>
          </p:cNvPr>
          <p:cNvGrpSpPr/>
          <p:nvPr/>
        </p:nvGrpSpPr>
        <p:grpSpPr>
          <a:xfrm>
            <a:off x="469521" y="2992812"/>
            <a:ext cx="8911968" cy="645738"/>
            <a:chOff x="469521" y="2992812"/>
            <a:chExt cx="8911968" cy="645738"/>
          </a:xfrm>
        </p:grpSpPr>
        <p:sp>
          <p:nvSpPr>
            <p:cNvPr id="11" name="직사각형 18"/>
            <p:cNvSpPr/>
            <p:nvPr/>
          </p:nvSpPr>
          <p:spPr>
            <a:xfrm>
              <a:off x="469521" y="2992812"/>
              <a:ext cx="8911968" cy="64573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endParaRPr lang="en-US" altLang="ko-KR" sz="1300" dirty="0">
                <a:solidFill>
                  <a:srgbClr val="0D0D0D"/>
                </a:solidFill>
                <a:latin typeface="SamsungOne-400" panose="020B0503030303020204" pitchFamily="34" charset="0"/>
                <a:ea typeface="SamsungOne-400" panose="020B0503030303020204" pitchFamily="34" charset="0"/>
              </a:endParaRPr>
            </a:p>
          </p:txBody>
        </p:sp>
        <p:pic>
          <p:nvPicPr>
            <p:cNvPr id="3" name="그림 2">
              <a:extLst>
                <a:ext uri="{FF2B5EF4-FFF2-40B4-BE49-F238E27FC236}">
                  <a16:creationId xmlns:a16="http://schemas.microsoft.com/office/drawing/2014/main" id="{D634D36D-BBB5-ABD0-F2FA-A85DEC5B3F30}"/>
                </a:ext>
              </a:extLst>
            </p:cNvPr>
            <p:cNvPicPr>
              <a:picLocks noChangeAspect="1"/>
            </p:cNvPicPr>
            <p:nvPr/>
          </p:nvPicPr>
          <p:blipFill>
            <a:blip r:embed="rId2"/>
            <a:stretch>
              <a:fillRect/>
            </a:stretch>
          </p:blipFill>
          <p:spPr>
            <a:xfrm>
              <a:off x="552450" y="3057525"/>
              <a:ext cx="1839383" cy="523875"/>
            </a:xfrm>
            <a:prstGeom prst="rect">
              <a:avLst/>
            </a:prstGeom>
          </p:spPr>
        </p:pic>
      </p:grpSp>
    </p:spTree>
    <p:extLst>
      <p:ext uri="{BB962C8B-B14F-4D97-AF65-F5344CB8AC3E}">
        <p14:creationId xmlns:p14="http://schemas.microsoft.com/office/powerpoint/2010/main" val="2773167371"/>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amsungOne 400"/>
        <a:ea typeface="Samsung Sharp Sans"/>
        <a:cs typeface=""/>
      </a:majorFont>
      <a:minorFont>
        <a:latin typeface="SamsungOne 400"/>
        <a:ea typeface="Samsung Sharp Sans"/>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10360</TotalTime>
  <Words>438</Words>
  <Application>Microsoft Office PowerPoint</Application>
  <PresentationFormat>A4 용지(210x297mm)</PresentationFormat>
  <Paragraphs>38</Paragraphs>
  <Slides>7</Slides>
  <Notes>3</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7</vt:i4>
      </vt:variant>
    </vt:vector>
  </HeadingPairs>
  <TitlesOfParts>
    <vt:vector size="18" baseType="lpstr">
      <vt:lpstr>Samsung Sharp Sans Medium</vt:lpstr>
      <vt:lpstr>Samsung Sharp Sans</vt:lpstr>
      <vt:lpstr>맑은 고딕</vt:lpstr>
      <vt:lpstr>SamsungOne-400</vt:lpstr>
      <vt:lpstr>Samsung Sharp Sans Bold</vt:lpstr>
      <vt:lpstr>SamsungOne 400</vt:lpstr>
      <vt:lpstr>SamsungOne-400C</vt:lpstr>
      <vt:lpstr>D2Coding</vt:lpstr>
      <vt:lpstr>Arial</vt:lpstr>
      <vt:lpstr>굴림</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이엠캐스트EMCAST</cp:lastModifiedBy>
  <cp:revision>624</cp:revision>
  <cp:lastPrinted>2021-06-22T04:42:01Z</cp:lastPrinted>
  <dcterms:created xsi:type="dcterms:W3CDTF">2009-02-24T02:14:00Z</dcterms:created>
  <dcterms:modified xsi:type="dcterms:W3CDTF">2023-08-11T04:40:28Z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