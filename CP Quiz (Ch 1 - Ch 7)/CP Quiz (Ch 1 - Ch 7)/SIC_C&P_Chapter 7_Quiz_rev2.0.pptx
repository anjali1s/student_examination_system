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BD9_44D9B1B.xml" ContentType="application/vnd.ms-powerpoint.comment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6" r:id="rId1"/>
  </p:sldMasterIdLst>
  <p:notesMasterIdLst>
    <p:notesMasterId r:id="rId9"/>
  </p:notesMasterIdLst>
  <p:sldIdLst>
    <p:sldId id="3032" r:id="rId2"/>
    <p:sldId id="3033" r:id="rId3"/>
    <p:sldId id="2971" r:id="rId4"/>
    <p:sldId id="3022" r:id="rId5"/>
    <p:sldId id="3023" r:id="rId6"/>
    <p:sldId id="3025" r:id="rId7"/>
    <p:sldId id="3024" r:id="rId8"/>
  </p:sldIdLst>
  <p:sldSz cx="9906000" cy="6858000" type="A4"/>
  <p:notesSz cx="6797675" cy="9926638"/>
  <p:embeddedFontLst>
    <p:embeddedFont>
      <p:font typeface="Samsung Sharp Sans" pitchFamily="2" charset="0"/>
      <p:bold r:id="rId10"/>
    </p:embeddedFont>
    <p:embeddedFont>
      <p:font typeface="D2Coding" panose="020B0609020101020101" pitchFamily="49" charset="-127"/>
      <p:regular r:id="rId11"/>
      <p:bold r:id="rId12"/>
    </p:embeddedFont>
    <p:embeddedFont>
      <p:font typeface="Malgun Gothic Semilight" panose="020B0502040204020203" pitchFamily="50" charset="-127"/>
      <p:regular r:id="rId13"/>
    </p:embeddedFont>
    <p:embeddedFont>
      <p:font typeface="Samsung Sharp Sans Medium" pitchFamily="2" charset="0"/>
      <p:bold r:id="rId14"/>
    </p:embeddedFont>
    <p:embeddedFont>
      <p:font typeface="Arial Unicode MS" panose="020B0604020202020204" pitchFamily="50" charset="-127"/>
      <p:regular r:id="rId15"/>
    </p:embeddedFont>
    <p:embeddedFont>
      <p:font typeface="Samsung Sharp Sans Bold" pitchFamily="2" charset="0"/>
      <p:bold r:id="rId16"/>
    </p:embeddedFont>
    <p:embeddedFont>
      <p:font typeface="SamsungOne-400C" panose="020B0506030303020204" pitchFamily="34" charset="0"/>
      <p:regular r:id="rId17"/>
    </p:embeddedFont>
    <p:embeddedFont>
      <p:font typeface="맑은 고딕" panose="020B0503020000020004" pitchFamily="50" charset="-127"/>
      <p:regular r:id="rId18"/>
      <p:bold r:id="rId19"/>
    </p:embeddedFont>
    <p:embeddedFont>
      <p:font typeface="SamsungOne-400" panose="020B0503030303020204" pitchFamily="34" charset="0"/>
      <p:regular r:id="rId20"/>
    </p:embeddedFont>
    <p:embeddedFont>
      <p:font typeface="SamsungOne 400" panose="020B0503030303020204" pitchFamily="34" charset="0"/>
      <p:regular r:id="rId21"/>
    </p:embeddedFont>
  </p:embeddedFontLst>
  <p:defaultTextStyle>
    <a:defPPr>
      <a:defRPr lang="ko-KR"/>
    </a:defPPr>
    <a:lvl1pPr algn="l" rtl="0" fontAlgn="base" latinLnBrk="1">
      <a:spcBef>
        <a:spcPct val="0"/>
      </a:spcBef>
      <a:spcAft>
        <a:spcPct val="0"/>
      </a:spcAft>
      <a:defRPr kumimoji="1" kern="1200">
        <a:solidFill>
          <a:schemeClr val="tx1"/>
        </a:solidFill>
        <a:latin typeface="굴림" charset="-127"/>
        <a:ea typeface="맑은 고딕"/>
        <a:cs typeface="맑은 고딕"/>
      </a:defRPr>
    </a:lvl1pPr>
    <a:lvl2pPr marL="457200" algn="l" rtl="0" fontAlgn="base" latinLnBrk="1">
      <a:spcBef>
        <a:spcPct val="0"/>
      </a:spcBef>
      <a:spcAft>
        <a:spcPct val="0"/>
      </a:spcAft>
      <a:defRPr kumimoji="1" kern="1200">
        <a:solidFill>
          <a:schemeClr val="tx1"/>
        </a:solidFill>
        <a:latin typeface="굴림" charset="-127"/>
        <a:ea typeface="맑은 고딕"/>
        <a:cs typeface="맑은 고딕"/>
      </a:defRPr>
    </a:lvl2pPr>
    <a:lvl3pPr marL="914400" algn="l" rtl="0" fontAlgn="base" latinLnBrk="1">
      <a:spcBef>
        <a:spcPct val="0"/>
      </a:spcBef>
      <a:spcAft>
        <a:spcPct val="0"/>
      </a:spcAft>
      <a:defRPr kumimoji="1" kern="1200">
        <a:solidFill>
          <a:schemeClr val="tx1"/>
        </a:solidFill>
        <a:latin typeface="굴림" charset="-127"/>
        <a:ea typeface="맑은 고딕"/>
        <a:cs typeface="맑은 고딕"/>
      </a:defRPr>
    </a:lvl3pPr>
    <a:lvl4pPr marL="1371600" algn="l" rtl="0" fontAlgn="base" latinLnBrk="1">
      <a:spcBef>
        <a:spcPct val="0"/>
      </a:spcBef>
      <a:spcAft>
        <a:spcPct val="0"/>
      </a:spcAft>
      <a:defRPr kumimoji="1" kern="1200">
        <a:solidFill>
          <a:schemeClr val="tx1"/>
        </a:solidFill>
        <a:latin typeface="굴림" charset="-127"/>
        <a:ea typeface="맑은 고딕"/>
        <a:cs typeface="맑은 고딕"/>
      </a:defRPr>
    </a:lvl4pPr>
    <a:lvl5pPr marL="1828800" algn="l" rtl="0" fontAlgn="base" latinLnBrk="1">
      <a:spcBef>
        <a:spcPct val="0"/>
      </a:spcBef>
      <a:spcAft>
        <a:spcPct val="0"/>
      </a:spcAft>
      <a:defRPr kumimoji="1" kern="1200">
        <a:solidFill>
          <a:schemeClr val="tx1"/>
        </a:solidFill>
        <a:latin typeface="굴림" charset="-127"/>
        <a:ea typeface="맑은 고딕"/>
        <a:cs typeface="맑은 고딕"/>
      </a:defRPr>
    </a:lvl5pPr>
    <a:lvl6pPr marL="2286000" algn="l" defTabSz="914400" rtl="0" eaLnBrk="1" latinLnBrk="1" hangingPunct="1">
      <a:defRPr kumimoji="1" kern="1200">
        <a:solidFill>
          <a:schemeClr val="tx1"/>
        </a:solidFill>
        <a:latin typeface="굴림" charset="-127"/>
        <a:ea typeface="맑은 고딕"/>
        <a:cs typeface="맑은 고딕"/>
      </a:defRPr>
    </a:lvl6pPr>
    <a:lvl7pPr marL="2743200" algn="l" defTabSz="914400" rtl="0" eaLnBrk="1" latinLnBrk="1" hangingPunct="1">
      <a:defRPr kumimoji="1" kern="1200">
        <a:solidFill>
          <a:schemeClr val="tx1"/>
        </a:solidFill>
        <a:latin typeface="굴림" charset="-127"/>
        <a:ea typeface="맑은 고딕"/>
        <a:cs typeface="맑은 고딕"/>
      </a:defRPr>
    </a:lvl7pPr>
    <a:lvl8pPr marL="3200400" algn="l" defTabSz="914400" rtl="0" eaLnBrk="1" latinLnBrk="1" hangingPunct="1">
      <a:defRPr kumimoji="1" kern="1200">
        <a:solidFill>
          <a:schemeClr val="tx1"/>
        </a:solidFill>
        <a:latin typeface="굴림" charset="-127"/>
        <a:ea typeface="맑은 고딕"/>
        <a:cs typeface="맑은 고딕"/>
      </a:defRPr>
    </a:lvl8pPr>
    <a:lvl9pPr marL="3657600" algn="l" defTabSz="914400" rtl="0" eaLnBrk="1" latinLnBrk="1" hangingPunct="1">
      <a:defRPr kumimoji="1" kern="1200">
        <a:solidFill>
          <a:schemeClr val="tx1"/>
        </a:solidFill>
        <a:latin typeface="굴림" charset="-127"/>
        <a:ea typeface="맑은 고딕"/>
        <a:cs typeface="맑은 고딕"/>
      </a:defRPr>
    </a:lvl9pPr>
  </p:defaultTextStyle>
  <p:extLst>
    <p:ext uri="{EFAFB233-063F-42B5-8137-9DF3F51BA10A}">
      <p15:sldGuideLst xmlns:p15="http://schemas.microsoft.com/office/powerpoint/2012/main">
        <p15:guide id="1" orient="horz" pos="777" userDrawn="1">
          <p15:clr>
            <a:srgbClr val="A4A3A4"/>
          </p15:clr>
        </p15:guide>
        <p15:guide id="2" pos="3120" userDrawn="1">
          <p15:clr>
            <a:srgbClr val="A4A3A4"/>
          </p15:clr>
        </p15:guide>
        <p15:guide id="3" orient="horz" pos="1412"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75"/>
    <a:srgbClr val="F7F7F7"/>
    <a:srgbClr val="B237FE"/>
    <a:srgbClr val="508000"/>
    <a:srgbClr val="1429A0"/>
    <a:srgbClr val="B1DAEC"/>
    <a:srgbClr val="ECEFF6"/>
    <a:srgbClr val="F1F1F1"/>
    <a:srgbClr val="FFFFFF"/>
    <a:srgbClr val="193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212DA7-45D6-44BA-850F-520819CE36D3}" v="3" dt="2021-11-04T00:55:57.46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밝은 스타일 3 - 강조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64" autoAdjust="0"/>
    <p:restoredTop sz="92799" autoAdjust="0"/>
  </p:normalViewPr>
  <p:slideViewPr>
    <p:cSldViewPr snapToGrid="0">
      <p:cViewPr>
        <p:scale>
          <a:sx n="80" d="100"/>
          <a:sy n="80" d="100"/>
        </p:scale>
        <p:origin x="1267" y="55"/>
      </p:cViewPr>
      <p:guideLst>
        <p:guide orient="horz" pos="777"/>
        <p:guide pos="3120"/>
        <p:guide orient="horz" pos="1412"/>
      </p:guideLst>
    </p:cSldViewPr>
  </p:slideViewPr>
  <p:notesTextViewPr>
    <p:cViewPr>
      <p:scale>
        <a:sx n="66" d="100"/>
        <a:sy n="66" d="100"/>
      </p:scale>
      <p:origin x="0" y="0"/>
    </p:cViewPr>
  </p:notesTextViewPr>
  <p:sorterViewPr>
    <p:cViewPr varScale="1">
      <p:scale>
        <a:sx n="100" d="100"/>
        <a:sy n="100" d="100"/>
      </p:scale>
      <p:origin x="0" y="-17080"/>
    </p:cViewPr>
  </p:sorterViewPr>
  <p:notesViewPr>
    <p:cSldViewPr snapToGrid="0" showGuides="1">
      <p:cViewPr>
        <p:scale>
          <a:sx n="50" d="100"/>
          <a:sy n="50" d="100"/>
        </p:scale>
        <p:origin x="5622" y="205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28"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박동규" userId="cebcdd3f-733e-4af1-b963-9742717e494c" providerId="ADAL" clId="{E4212DA7-45D6-44BA-850F-520819CE36D3}"/>
    <pc:docChg chg="undo custSel addSld delSld modSld modSection">
      <pc:chgData name="박동규" userId="cebcdd3f-733e-4af1-b963-9742717e494c" providerId="ADAL" clId="{E4212DA7-45D6-44BA-850F-520819CE36D3}" dt="2021-11-04T01:49:41.389" v="105"/>
      <pc:docMkLst>
        <pc:docMk/>
      </pc:docMkLst>
      <pc:sldChg chg="modSp mod">
        <pc:chgData name="박동규" userId="cebcdd3f-733e-4af1-b963-9742717e494c" providerId="ADAL" clId="{E4212DA7-45D6-44BA-850F-520819CE36D3}" dt="2021-11-04T01:48:51.226" v="104" actId="20577"/>
        <pc:sldMkLst>
          <pc:docMk/>
          <pc:sldMk cId="1687910065" sldId="2526"/>
        </pc:sldMkLst>
        <pc:spChg chg="mod">
          <ac:chgData name="박동규" userId="cebcdd3f-733e-4af1-b963-9742717e494c" providerId="ADAL" clId="{E4212DA7-45D6-44BA-850F-520819CE36D3}" dt="2021-11-04T01:48:51.226" v="104" actId="20577"/>
          <ac:spMkLst>
            <pc:docMk/>
            <pc:sldMk cId="1687910065" sldId="2526"/>
            <ac:spMk id="7" creationId="{098B3BC4-54EF-41AF-855E-5709EC4F2206}"/>
          </ac:spMkLst>
        </pc:spChg>
      </pc:sldChg>
      <pc:sldChg chg="modSp mod">
        <pc:chgData name="박동규" userId="cebcdd3f-733e-4af1-b963-9742717e494c" providerId="ADAL" clId="{E4212DA7-45D6-44BA-850F-520819CE36D3}" dt="2021-11-04T00:21:02.192" v="22"/>
        <pc:sldMkLst>
          <pc:docMk/>
          <pc:sldMk cId="1862257395" sldId="2586"/>
        </pc:sldMkLst>
        <pc:spChg chg="mod">
          <ac:chgData name="박동규" userId="cebcdd3f-733e-4af1-b963-9742717e494c" providerId="ADAL" clId="{E4212DA7-45D6-44BA-850F-520819CE36D3}" dt="2021-11-04T00:21:02.192" v="22"/>
          <ac:spMkLst>
            <pc:docMk/>
            <pc:sldMk cId="1862257395" sldId="2586"/>
            <ac:spMk id="7" creationId="{098B3BC4-54EF-41AF-855E-5709EC4F2206}"/>
          </ac:spMkLst>
        </pc:spChg>
      </pc:sldChg>
      <pc:sldChg chg="addSp modSp add">
        <pc:chgData name="박동규" userId="cebcdd3f-733e-4af1-b963-9742717e494c" providerId="ADAL" clId="{E4212DA7-45D6-44BA-850F-520819CE36D3}" dt="2021-11-04T00:55:57.465" v="39"/>
        <pc:sldMkLst>
          <pc:docMk/>
          <pc:sldMk cId="3822211056" sldId="2587"/>
        </pc:sldMkLst>
        <pc:spChg chg="add mod">
          <ac:chgData name="박동규" userId="cebcdd3f-733e-4af1-b963-9742717e494c" providerId="ADAL" clId="{E4212DA7-45D6-44BA-850F-520819CE36D3}" dt="2021-11-04T00:55:57.465" v="39"/>
          <ac:spMkLst>
            <pc:docMk/>
            <pc:sldMk cId="3822211056" sldId="2587"/>
            <ac:spMk id="11" creationId="{A6C4B92D-D856-48F6-B621-0D35AA45FBFA}"/>
          </ac:spMkLst>
        </pc:spChg>
      </pc:sldChg>
      <pc:sldChg chg="modSp mod">
        <pc:chgData name="박동규" userId="cebcdd3f-733e-4af1-b963-9742717e494c" providerId="ADAL" clId="{E4212DA7-45D6-44BA-850F-520819CE36D3}" dt="2021-11-04T01:49:41.389" v="105"/>
        <pc:sldMkLst>
          <pc:docMk/>
          <pc:sldMk cId="3929552358" sldId="2656"/>
        </pc:sldMkLst>
        <pc:spChg chg="mod">
          <ac:chgData name="박동규" userId="cebcdd3f-733e-4af1-b963-9742717e494c" providerId="ADAL" clId="{E4212DA7-45D6-44BA-850F-520819CE36D3}" dt="2021-11-04T01:49:41.389" v="105"/>
          <ac:spMkLst>
            <pc:docMk/>
            <pc:sldMk cId="3929552358" sldId="2656"/>
            <ac:spMk id="7" creationId="{098B3BC4-54EF-41AF-855E-5709EC4F2206}"/>
          </ac:spMkLst>
        </pc:spChg>
      </pc:sldChg>
      <pc:sldChg chg="addSp delSp modSp mod">
        <pc:chgData name="박동규" userId="cebcdd3f-733e-4af1-b963-9742717e494c" providerId="ADAL" clId="{E4212DA7-45D6-44BA-850F-520819CE36D3}" dt="2021-11-04T00:32:04.709" v="30" actId="20577"/>
        <pc:sldMkLst>
          <pc:docMk/>
          <pc:sldMk cId="2675816459" sldId="2715"/>
        </pc:sldMkLst>
        <pc:spChg chg="mod">
          <ac:chgData name="박동규" userId="cebcdd3f-733e-4af1-b963-9742717e494c" providerId="ADAL" clId="{E4212DA7-45D6-44BA-850F-520819CE36D3}" dt="2021-11-04T00:32:04.709" v="30" actId="20577"/>
          <ac:spMkLst>
            <pc:docMk/>
            <pc:sldMk cId="2675816459" sldId="2715"/>
            <ac:spMk id="7" creationId="{098B3BC4-54EF-41AF-855E-5709EC4F2206}"/>
          </ac:spMkLst>
        </pc:spChg>
        <pc:picChg chg="add">
          <ac:chgData name="박동규" userId="cebcdd3f-733e-4af1-b963-9742717e494c" providerId="ADAL" clId="{E4212DA7-45D6-44BA-850F-520819CE36D3}" dt="2021-11-04T00:31:46.976" v="27" actId="22"/>
          <ac:picMkLst>
            <pc:docMk/>
            <pc:sldMk cId="2675816459" sldId="2715"/>
            <ac:picMk id="3" creationId="{CDEA5D61-257F-4EB8-96C1-5F6948FA6A6A}"/>
          </ac:picMkLst>
        </pc:picChg>
        <pc:picChg chg="del">
          <ac:chgData name="박동규" userId="cebcdd3f-733e-4af1-b963-9742717e494c" providerId="ADAL" clId="{E4212DA7-45D6-44BA-850F-520819CE36D3}" dt="2021-11-04T00:31:45.501" v="26" actId="478"/>
          <ac:picMkLst>
            <pc:docMk/>
            <pc:sldMk cId="2675816459" sldId="2715"/>
            <ac:picMk id="4" creationId="{D8768A06-272B-46F1-B021-C71C0BD24602}"/>
          </ac:picMkLst>
        </pc:picChg>
      </pc:sldChg>
      <pc:sldChg chg="addSp delSp modSp mod">
        <pc:chgData name="박동규" userId="cebcdd3f-733e-4af1-b963-9742717e494c" providerId="ADAL" clId="{E4212DA7-45D6-44BA-850F-520819CE36D3}" dt="2021-11-04T00:17:00.607" v="21" actId="1076"/>
        <pc:sldMkLst>
          <pc:docMk/>
          <pc:sldMk cId="2822199397" sldId="2798"/>
        </pc:sldMkLst>
        <pc:spChg chg="mod">
          <ac:chgData name="박동규" userId="cebcdd3f-733e-4af1-b963-9742717e494c" providerId="ADAL" clId="{E4212DA7-45D6-44BA-850F-520819CE36D3}" dt="2021-11-04T00:17:00.607" v="21" actId="1076"/>
          <ac:spMkLst>
            <pc:docMk/>
            <pc:sldMk cId="2822199397" sldId="2798"/>
            <ac:spMk id="11" creationId="{2948BCDC-D5A4-4DA7-B485-FC0F0F067CB6}"/>
          </ac:spMkLst>
        </pc:spChg>
        <pc:picChg chg="add del">
          <ac:chgData name="박동규" userId="cebcdd3f-733e-4af1-b963-9742717e494c" providerId="ADAL" clId="{E4212DA7-45D6-44BA-850F-520819CE36D3}" dt="2021-11-04T00:16:27.154" v="16" actId="478"/>
          <ac:picMkLst>
            <pc:docMk/>
            <pc:sldMk cId="2822199397" sldId="2798"/>
            <ac:picMk id="3" creationId="{7C818CC8-E3B5-4289-B497-E7725B1085EC}"/>
          </ac:picMkLst>
        </pc:picChg>
      </pc:sldChg>
      <pc:sldChg chg="modSp mod">
        <pc:chgData name="박동규" userId="cebcdd3f-733e-4af1-b963-9742717e494c" providerId="ADAL" clId="{E4212DA7-45D6-44BA-850F-520819CE36D3}" dt="2021-11-04T01:47:37.946" v="102" actId="20577"/>
        <pc:sldMkLst>
          <pc:docMk/>
          <pc:sldMk cId="2283536802" sldId="2975"/>
        </pc:sldMkLst>
        <pc:spChg chg="mod">
          <ac:chgData name="박동규" userId="cebcdd3f-733e-4af1-b963-9742717e494c" providerId="ADAL" clId="{E4212DA7-45D6-44BA-850F-520819CE36D3}" dt="2021-11-04T01:47:37.946" v="102" actId="20577"/>
          <ac:spMkLst>
            <pc:docMk/>
            <pc:sldMk cId="2283536802" sldId="2975"/>
            <ac:spMk id="12" creationId="{2E7E9385-5F19-434F-9180-C7FCAD49FE85}"/>
          </ac:spMkLst>
        </pc:spChg>
      </pc:sldChg>
      <pc:sldChg chg="modSp mod">
        <pc:chgData name="박동규" userId="cebcdd3f-733e-4af1-b963-9742717e494c" providerId="ADAL" clId="{E4212DA7-45D6-44BA-850F-520819CE36D3}" dt="2021-11-04T00:33:25.005" v="33" actId="20577"/>
        <pc:sldMkLst>
          <pc:docMk/>
          <pc:sldMk cId="1601219893" sldId="2986"/>
        </pc:sldMkLst>
        <pc:spChg chg="mod">
          <ac:chgData name="박동규" userId="cebcdd3f-733e-4af1-b963-9742717e494c" providerId="ADAL" clId="{E4212DA7-45D6-44BA-850F-520819CE36D3}" dt="2021-11-04T00:33:25.005" v="33" actId="20577"/>
          <ac:spMkLst>
            <pc:docMk/>
            <pc:sldMk cId="1601219893" sldId="2986"/>
            <ac:spMk id="7" creationId="{098B3BC4-54EF-41AF-855E-5709EC4F2206}"/>
          </ac:spMkLst>
        </pc:spChg>
      </pc:sldChg>
      <pc:sldChg chg="del">
        <pc:chgData name="박동규" userId="cebcdd3f-733e-4af1-b963-9742717e494c" providerId="ADAL" clId="{E4212DA7-45D6-44BA-850F-520819CE36D3}" dt="2021-11-04T01:05:51.966" v="54" actId="47"/>
        <pc:sldMkLst>
          <pc:docMk/>
          <pc:sldMk cId="3423196370" sldId="2988"/>
        </pc:sldMkLst>
      </pc:sldChg>
      <pc:sldChg chg="modSp mod">
        <pc:chgData name="박동규" userId="cebcdd3f-733e-4af1-b963-9742717e494c" providerId="ADAL" clId="{E4212DA7-45D6-44BA-850F-520819CE36D3}" dt="2021-11-04T00:46:32.773" v="36" actId="1076"/>
        <pc:sldMkLst>
          <pc:docMk/>
          <pc:sldMk cId="1300875742" sldId="2990"/>
        </pc:sldMkLst>
        <pc:spChg chg="mod">
          <ac:chgData name="박동규" userId="cebcdd3f-733e-4af1-b963-9742717e494c" providerId="ADAL" clId="{E4212DA7-45D6-44BA-850F-520819CE36D3}" dt="2021-11-04T00:46:29.429" v="35"/>
          <ac:spMkLst>
            <pc:docMk/>
            <pc:sldMk cId="1300875742" sldId="2990"/>
            <ac:spMk id="7" creationId="{098B3BC4-54EF-41AF-855E-5709EC4F2206}"/>
          </ac:spMkLst>
        </pc:spChg>
        <pc:picChg chg="mod">
          <ac:chgData name="박동규" userId="cebcdd3f-733e-4af1-b963-9742717e494c" providerId="ADAL" clId="{E4212DA7-45D6-44BA-850F-520819CE36D3}" dt="2021-11-04T00:46:32.773" v="36" actId="1076"/>
          <ac:picMkLst>
            <pc:docMk/>
            <pc:sldMk cId="1300875742" sldId="2990"/>
            <ac:picMk id="11" creationId="{F91E95F0-09BC-478D-9A29-E50FF90834BF}"/>
          </ac:picMkLst>
        </pc:picChg>
      </pc:sldChg>
      <pc:sldChg chg="modSp mod">
        <pc:chgData name="박동규" userId="cebcdd3f-733e-4af1-b963-9742717e494c" providerId="ADAL" clId="{E4212DA7-45D6-44BA-850F-520819CE36D3}" dt="2021-11-04T00:50:07.051" v="37"/>
        <pc:sldMkLst>
          <pc:docMk/>
          <pc:sldMk cId="3397613258" sldId="2992"/>
        </pc:sldMkLst>
        <pc:spChg chg="mod">
          <ac:chgData name="박동규" userId="cebcdd3f-733e-4af1-b963-9742717e494c" providerId="ADAL" clId="{E4212DA7-45D6-44BA-850F-520819CE36D3}" dt="2021-11-04T00:50:07.051" v="37"/>
          <ac:spMkLst>
            <pc:docMk/>
            <pc:sldMk cId="3397613258" sldId="2992"/>
            <ac:spMk id="7" creationId="{098B3BC4-54EF-41AF-855E-5709EC4F2206}"/>
          </ac:spMkLst>
        </pc:spChg>
      </pc:sldChg>
      <pc:sldChg chg="modSp mod">
        <pc:chgData name="박동규" userId="cebcdd3f-733e-4af1-b963-9742717e494c" providerId="ADAL" clId="{E4212DA7-45D6-44BA-850F-520819CE36D3}" dt="2021-11-04T01:08:16.306" v="55"/>
        <pc:sldMkLst>
          <pc:docMk/>
          <pc:sldMk cId="2908122821" sldId="2994"/>
        </pc:sldMkLst>
        <pc:spChg chg="mod">
          <ac:chgData name="박동규" userId="cebcdd3f-733e-4af1-b963-9742717e494c" providerId="ADAL" clId="{E4212DA7-45D6-44BA-850F-520819CE36D3}" dt="2021-11-04T01:08:16.306" v="55"/>
          <ac:spMkLst>
            <pc:docMk/>
            <pc:sldMk cId="2908122821" sldId="2994"/>
            <ac:spMk id="7" creationId="{098B3BC4-54EF-41AF-855E-5709EC4F2206}"/>
          </ac:spMkLst>
        </pc:spChg>
      </pc:sldChg>
      <pc:sldChg chg="modSp mod">
        <pc:chgData name="박동규" userId="cebcdd3f-733e-4af1-b963-9742717e494c" providerId="ADAL" clId="{E4212DA7-45D6-44BA-850F-520819CE36D3}" dt="2021-11-04T01:10:17.610" v="59" actId="1076"/>
        <pc:sldMkLst>
          <pc:docMk/>
          <pc:sldMk cId="4182535131" sldId="2996"/>
        </pc:sldMkLst>
        <pc:spChg chg="mod">
          <ac:chgData name="박동규" userId="cebcdd3f-733e-4af1-b963-9742717e494c" providerId="ADAL" clId="{E4212DA7-45D6-44BA-850F-520819CE36D3}" dt="2021-11-04T01:10:17.610" v="59" actId="1076"/>
          <ac:spMkLst>
            <pc:docMk/>
            <pc:sldMk cId="4182535131" sldId="2996"/>
            <ac:spMk id="7" creationId="{098B3BC4-54EF-41AF-855E-5709EC4F2206}"/>
          </ac:spMkLst>
        </pc:spChg>
      </pc:sldChg>
      <pc:sldChg chg="modSp mod">
        <pc:chgData name="박동규" userId="cebcdd3f-733e-4af1-b963-9742717e494c" providerId="ADAL" clId="{E4212DA7-45D6-44BA-850F-520819CE36D3}" dt="2021-11-04T01:17:39.650" v="80" actId="1036"/>
        <pc:sldMkLst>
          <pc:docMk/>
          <pc:sldMk cId="2246439665" sldId="2998"/>
        </pc:sldMkLst>
        <pc:spChg chg="mod">
          <ac:chgData name="박동규" userId="cebcdd3f-733e-4af1-b963-9742717e494c" providerId="ADAL" clId="{E4212DA7-45D6-44BA-850F-520819CE36D3}" dt="2021-11-04T01:17:33.628" v="61"/>
          <ac:spMkLst>
            <pc:docMk/>
            <pc:sldMk cId="2246439665" sldId="2998"/>
            <ac:spMk id="7" creationId="{098B3BC4-54EF-41AF-855E-5709EC4F2206}"/>
          </ac:spMkLst>
        </pc:spChg>
        <pc:picChg chg="mod">
          <ac:chgData name="박동규" userId="cebcdd3f-733e-4af1-b963-9742717e494c" providerId="ADAL" clId="{E4212DA7-45D6-44BA-850F-520819CE36D3}" dt="2021-11-04T01:17:39.650" v="80" actId="1036"/>
          <ac:picMkLst>
            <pc:docMk/>
            <pc:sldMk cId="2246439665" sldId="2998"/>
            <ac:picMk id="3" creationId="{97F44354-7771-467A-B484-74164DA3487F}"/>
          </ac:picMkLst>
        </pc:picChg>
        <pc:picChg chg="mod">
          <ac:chgData name="박동규" userId="cebcdd3f-733e-4af1-b963-9742717e494c" providerId="ADAL" clId="{E4212DA7-45D6-44BA-850F-520819CE36D3}" dt="2021-11-04T01:17:39.650" v="80" actId="1036"/>
          <ac:picMkLst>
            <pc:docMk/>
            <pc:sldMk cId="2246439665" sldId="2998"/>
            <ac:picMk id="5" creationId="{2EF826B5-F853-4981-9F8F-4E869A158357}"/>
          </ac:picMkLst>
        </pc:picChg>
      </pc:sldChg>
      <pc:sldChg chg="modSp mod">
        <pc:chgData name="박동규" userId="cebcdd3f-733e-4af1-b963-9742717e494c" providerId="ADAL" clId="{E4212DA7-45D6-44BA-850F-520819CE36D3}" dt="2021-11-04T01:34:08.278" v="89" actId="1035"/>
        <pc:sldMkLst>
          <pc:docMk/>
          <pc:sldMk cId="3128447954" sldId="3001"/>
        </pc:sldMkLst>
        <pc:spChg chg="mod">
          <ac:chgData name="박동규" userId="cebcdd3f-733e-4af1-b963-9742717e494c" providerId="ADAL" clId="{E4212DA7-45D6-44BA-850F-520819CE36D3}" dt="2021-11-04T01:34:08.278" v="89" actId="1035"/>
          <ac:spMkLst>
            <pc:docMk/>
            <pc:sldMk cId="3128447954" sldId="3001"/>
            <ac:spMk id="7" creationId="{098B3BC4-54EF-41AF-855E-5709EC4F2206}"/>
          </ac:spMkLst>
        </pc:spChg>
      </pc:sldChg>
      <pc:sldChg chg="modSp mod">
        <pc:chgData name="박동규" userId="cebcdd3f-733e-4af1-b963-9742717e494c" providerId="ADAL" clId="{E4212DA7-45D6-44BA-850F-520819CE36D3}" dt="2021-11-04T01:35:59.888" v="91" actId="1076"/>
        <pc:sldMkLst>
          <pc:docMk/>
          <pc:sldMk cId="2334632377" sldId="3004"/>
        </pc:sldMkLst>
        <pc:spChg chg="mod">
          <ac:chgData name="박동규" userId="cebcdd3f-733e-4af1-b963-9742717e494c" providerId="ADAL" clId="{E4212DA7-45D6-44BA-850F-520819CE36D3}" dt="2021-11-04T01:35:55.948" v="90"/>
          <ac:spMkLst>
            <pc:docMk/>
            <pc:sldMk cId="2334632377" sldId="3004"/>
            <ac:spMk id="7" creationId="{098B3BC4-54EF-41AF-855E-5709EC4F2206}"/>
          </ac:spMkLst>
        </pc:spChg>
        <pc:picChg chg="mod">
          <ac:chgData name="박동규" userId="cebcdd3f-733e-4af1-b963-9742717e494c" providerId="ADAL" clId="{E4212DA7-45D6-44BA-850F-520819CE36D3}" dt="2021-11-04T01:35:59.888" v="91" actId="1076"/>
          <ac:picMkLst>
            <pc:docMk/>
            <pc:sldMk cId="2334632377" sldId="3004"/>
            <ac:picMk id="3" creationId="{0B82A508-C231-4551-9676-020402CAA4F7}"/>
          </ac:picMkLst>
        </pc:picChg>
      </pc:sldChg>
      <pc:sldChg chg="modSp mod">
        <pc:chgData name="박동규" userId="cebcdd3f-733e-4af1-b963-9742717e494c" providerId="ADAL" clId="{E4212DA7-45D6-44BA-850F-520819CE36D3}" dt="2021-11-04T01:40:08.200" v="97"/>
        <pc:sldMkLst>
          <pc:docMk/>
          <pc:sldMk cId="3370622175" sldId="3010"/>
        </pc:sldMkLst>
        <pc:spChg chg="mod">
          <ac:chgData name="박동규" userId="cebcdd3f-733e-4af1-b963-9742717e494c" providerId="ADAL" clId="{E4212DA7-45D6-44BA-850F-520819CE36D3}" dt="2021-11-04T01:40:08.200" v="97"/>
          <ac:spMkLst>
            <pc:docMk/>
            <pc:sldMk cId="3370622175" sldId="3010"/>
            <ac:spMk id="7" creationId="{098B3BC4-54EF-41AF-855E-5709EC4F2206}"/>
          </ac:spMkLst>
        </pc:spChg>
      </pc:sldChg>
      <pc:sldChg chg="modSp mod">
        <pc:chgData name="박동규" userId="cebcdd3f-733e-4af1-b963-9742717e494c" providerId="ADAL" clId="{E4212DA7-45D6-44BA-850F-520819CE36D3}" dt="2021-11-04T01:42:39.988" v="99" actId="1076"/>
        <pc:sldMkLst>
          <pc:docMk/>
          <pc:sldMk cId="3788433133" sldId="3013"/>
        </pc:sldMkLst>
        <pc:spChg chg="mod">
          <ac:chgData name="박동규" userId="cebcdd3f-733e-4af1-b963-9742717e494c" providerId="ADAL" clId="{E4212DA7-45D6-44BA-850F-520819CE36D3}" dt="2021-11-04T01:42:39.988" v="99" actId="1076"/>
          <ac:spMkLst>
            <pc:docMk/>
            <pc:sldMk cId="3788433133" sldId="3013"/>
            <ac:spMk id="7" creationId="{098B3BC4-54EF-41AF-855E-5709EC4F2206}"/>
          </ac:spMkLst>
        </pc:spChg>
      </pc:sldChg>
    </pc:docChg>
  </pc:docChgLst>
</pc:chgInfo>
</file>

<file path=ppt/comments/modernComment_BD9_44D9B1B.xml><?xml version="1.0" encoding="utf-8"?>
<p188:cmLst xmlns:a="http://schemas.openxmlformats.org/drawingml/2006/main" xmlns:r="http://schemas.openxmlformats.org/officeDocument/2006/relationships" xmlns:p188="http://schemas.microsoft.com/office/powerpoint/2018/8/main">
  <p188:cm id="{45A8F5F2-7A3B-43EB-BE82-756BE32C6984}" authorId="{E68DBF29-173B-1EE4-E980-EBF86C79181A}" created="2021-09-22T16:01:10.606">
    <pc:sldMkLst xmlns:pc="http://schemas.microsoft.com/office/powerpoint/2013/main/command">
      <pc:docMk/>
      <pc:sldMk cId="3277173789" sldId="2252"/>
    </pc:sldMkLst>
    <p188:txBody>
      <a:bodyPr/>
      <a:lstStyle/>
      <a:p>
        <a:r>
          <a:rPr lang="en-GB"/>
          <a:t>Just an overall suggestion for this course - putting the important key terms in a different colored font so they do not blend in and get lost within the main text.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cs typeface="+mn-cs"/>
              </a:defRPr>
            </a:lvl1pPr>
          </a:lstStyle>
          <a:p>
            <a:pPr>
              <a:defRPr/>
            </a:pPr>
            <a:fld id="{AE4902DF-A078-44AD-8D07-985A76E39BC0}" type="datetimeFigureOut">
              <a:rPr lang="ko-KR" altLang="en-US"/>
              <a:pPr>
                <a:defRPr/>
              </a:pPr>
              <a:t>2023-09-06</a:t>
            </a:fld>
            <a:endParaRPr lang="ko-KR" altLang="en-US"/>
          </a:p>
        </p:txBody>
      </p:sp>
      <p:sp>
        <p:nvSpPr>
          <p:cNvPr id="4" name="슬라이드 이미지 개체 틀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cs typeface="+mn-cs"/>
              </a:defRPr>
            </a:lvl1pPr>
          </a:lstStyle>
          <a:p>
            <a:pPr>
              <a:defRPr/>
            </a:pPr>
            <a:fld id="{FADF23B2-3342-4405-8E32-027ADF311D3F}" type="slidenum">
              <a:rPr lang="ko-KR" altLang="en-US"/>
              <a:pPr>
                <a:defRPr/>
              </a:pPr>
              <a:t>‹#›</a:t>
            </a:fld>
            <a:endParaRPr lang="ko-KR" altLang="en-US"/>
          </a:p>
        </p:txBody>
      </p:sp>
    </p:spTree>
    <p:extLst>
      <p:ext uri="{BB962C8B-B14F-4D97-AF65-F5344CB8AC3E}">
        <p14:creationId xmlns:p14="http://schemas.microsoft.com/office/powerpoint/2010/main" val="313489029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맑은 고딕"/>
      </a:defRPr>
    </a:lvl1pPr>
    <a:lvl2pPr marL="457200" algn="l" rtl="0" eaLnBrk="0" fontAlgn="base" latinLnBrk="1" hangingPunct="0">
      <a:spcBef>
        <a:spcPct val="30000"/>
      </a:spcBef>
      <a:spcAft>
        <a:spcPct val="0"/>
      </a:spcAft>
      <a:defRPr sz="1200" kern="1200">
        <a:solidFill>
          <a:schemeClr val="tx1"/>
        </a:solidFill>
        <a:latin typeface="+mn-lt"/>
        <a:ea typeface="+mn-ea"/>
        <a:cs typeface="맑은 고딕"/>
      </a:defRPr>
    </a:lvl2pPr>
    <a:lvl3pPr marL="914400" algn="l" rtl="0" eaLnBrk="0" fontAlgn="base" latinLnBrk="1" hangingPunct="0">
      <a:spcBef>
        <a:spcPct val="30000"/>
      </a:spcBef>
      <a:spcAft>
        <a:spcPct val="0"/>
      </a:spcAft>
      <a:defRPr sz="1200" kern="1200">
        <a:solidFill>
          <a:schemeClr val="tx1"/>
        </a:solidFill>
        <a:latin typeface="+mn-lt"/>
        <a:ea typeface="+mn-ea"/>
        <a:cs typeface="맑은 고딕"/>
      </a:defRPr>
    </a:lvl3pPr>
    <a:lvl4pPr marL="1371600" algn="l" rtl="0" eaLnBrk="0" fontAlgn="base" latinLnBrk="1" hangingPunct="0">
      <a:spcBef>
        <a:spcPct val="30000"/>
      </a:spcBef>
      <a:spcAft>
        <a:spcPct val="0"/>
      </a:spcAft>
      <a:defRPr sz="1200" kern="1200">
        <a:solidFill>
          <a:schemeClr val="tx1"/>
        </a:solidFill>
        <a:latin typeface="+mn-lt"/>
        <a:ea typeface="+mn-ea"/>
        <a:cs typeface="맑은 고딕"/>
      </a:defRPr>
    </a:lvl4pPr>
    <a:lvl5pPr marL="1828800" algn="l" rtl="0" eaLnBrk="0" fontAlgn="base" latinLnBrk="1" hangingPunct="0">
      <a:spcBef>
        <a:spcPct val="30000"/>
      </a:spcBef>
      <a:spcAft>
        <a:spcPct val="0"/>
      </a:spcAft>
      <a:defRPr sz="1200" kern="1200">
        <a:solidFill>
          <a:schemeClr val="tx1"/>
        </a:solidFill>
        <a:latin typeface="+mn-lt"/>
        <a:ea typeface="+mn-ea"/>
        <a:cs typeface="맑은 고딕"/>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82563" y="539750"/>
            <a:ext cx="6527800" cy="4521200"/>
          </a:xfrm>
        </p:spPr>
      </p:sp>
      <p:sp>
        <p:nvSpPr>
          <p:cNvPr id="3" name="슬라이드 노트 개체 틀 2"/>
          <p:cNvSpPr>
            <a:spLocks noGrp="1"/>
          </p:cNvSpPr>
          <p:nvPr>
            <p:ph type="body" idx="1"/>
          </p:nvPr>
        </p:nvSpPr>
        <p:spPr>
          <a:xfrm>
            <a:off x="679768" y="5376929"/>
            <a:ext cx="5438140" cy="3805211"/>
          </a:xfrm>
        </p:spPr>
        <p:txBody>
          <a:bodyPr/>
          <a:lstStyle/>
          <a:p>
            <a:endParaRPr lang="ko-KR" altLang="en-US" dirty="0"/>
          </a:p>
        </p:txBody>
      </p:sp>
      <p:sp>
        <p:nvSpPr>
          <p:cNvPr id="4" name="슬라이드 번호 개체 틀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F0BCE-8842-48BB-B417-565C32B10224}" type="slidenum">
              <a:rPr kumimoji="0" lang="ko-KR" altLang="en-US" sz="1300" b="0" i="0" u="none" strike="noStrike" kern="1200" cap="none" spc="0" normalizeH="0" baseline="0" noProof="0" smtClean="0">
                <a:ln>
                  <a:noFill/>
                </a:ln>
                <a:solidFill>
                  <a:prstClr val="black"/>
                </a:solidFill>
                <a:effectLst/>
                <a:uLnTx/>
                <a:uFillTx/>
                <a:latin typeface="SamsungOne-400" panose="020B0503030303020204" pitchFamily="34" charset="0"/>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ko-KR" altLang="en-US" sz="1300" b="0" i="0" u="none" strike="noStrike" kern="1200" cap="none" spc="0" normalizeH="0" baseline="0" noProof="0" dirty="0">
              <a:ln>
                <a:noFill/>
              </a:ln>
              <a:solidFill>
                <a:prstClr val="black"/>
              </a:solidFill>
              <a:effectLst/>
              <a:uLnTx/>
              <a:uFillTx/>
              <a:latin typeface="SamsungOne-400" panose="020B0503030303020204" pitchFamily="34" charset="0"/>
              <a:ea typeface="맑은 고딕" panose="020B0503020000020004" pitchFamily="50" charset="-127"/>
              <a:cs typeface="+mn-cs"/>
            </a:endParaRPr>
          </a:p>
        </p:txBody>
      </p:sp>
    </p:spTree>
    <p:extLst>
      <p:ext uri="{BB962C8B-B14F-4D97-AF65-F5344CB8AC3E}">
        <p14:creationId xmlns:p14="http://schemas.microsoft.com/office/powerpoint/2010/main" val="1216018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pPr>
              <a:defRPr/>
            </a:pPr>
            <a:fld id="{FADF23B2-3342-4405-8E32-027ADF311D3F}" type="slidenum">
              <a:rPr lang="ko-KR" altLang="en-US" smtClean="0"/>
              <a:pPr>
                <a:defRPr/>
              </a:pPr>
              <a:t>2</a:t>
            </a:fld>
            <a:endParaRPr lang="ko-KR" altLang="en-US" dirty="0"/>
          </a:p>
        </p:txBody>
      </p:sp>
    </p:spTree>
    <p:extLst>
      <p:ext uri="{BB962C8B-B14F-4D97-AF65-F5344CB8AC3E}">
        <p14:creationId xmlns:p14="http://schemas.microsoft.com/office/powerpoint/2010/main" val="955925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3</a:t>
            </a:fld>
            <a:endParaRPr lang="ko-KR" altLang="en-US"/>
          </a:p>
        </p:txBody>
      </p:sp>
    </p:spTree>
    <p:extLst>
      <p:ext uri="{BB962C8B-B14F-4D97-AF65-F5344CB8AC3E}">
        <p14:creationId xmlns:p14="http://schemas.microsoft.com/office/powerpoint/2010/main" val="2587851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4</a:t>
            </a:fld>
            <a:endParaRPr lang="ko-KR" altLang="en-US"/>
          </a:p>
        </p:txBody>
      </p:sp>
    </p:spTree>
    <p:extLst>
      <p:ext uri="{BB962C8B-B14F-4D97-AF65-F5344CB8AC3E}">
        <p14:creationId xmlns:p14="http://schemas.microsoft.com/office/powerpoint/2010/main" val="1855261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5</a:t>
            </a:fld>
            <a:endParaRPr lang="ko-KR" altLang="en-US"/>
          </a:p>
        </p:txBody>
      </p:sp>
    </p:spTree>
    <p:extLst>
      <p:ext uri="{BB962C8B-B14F-4D97-AF65-F5344CB8AC3E}">
        <p14:creationId xmlns:p14="http://schemas.microsoft.com/office/powerpoint/2010/main" val="272812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6</a:t>
            </a:fld>
            <a:endParaRPr lang="ko-KR" altLang="en-US"/>
          </a:p>
        </p:txBody>
      </p:sp>
    </p:spTree>
    <p:extLst>
      <p:ext uri="{BB962C8B-B14F-4D97-AF65-F5344CB8AC3E}">
        <p14:creationId xmlns:p14="http://schemas.microsoft.com/office/powerpoint/2010/main" val="31046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7</a:t>
            </a:fld>
            <a:endParaRPr lang="ko-KR" altLang="en-US"/>
          </a:p>
        </p:txBody>
      </p:sp>
    </p:spTree>
    <p:extLst>
      <p:ext uri="{BB962C8B-B14F-4D97-AF65-F5344CB8AC3E}">
        <p14:creationId xmlns:p14="http://schemas.microsoft.com/office/powerpoint/2010/main" val="242420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79487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078321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14354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3521214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sp>
        <p:nvSpPr>
          <p:cNvPr id="9"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1"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2"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4846320" y="6498000"/>
            <a:ext cx="4352987"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7. Data Processing, Descriptive Statistics, and Data Visualization</a:t>
            </a:r>
          </a:p>
        </p:txBody>
      </p:sp>
      <p:grpSp>
        <p:nvGrpSpPr>
          <p:cNvPr id="15" name="Group 14"/>
          <p:cNvGrpSpPr/>
          <p:nvPr userDrawn="1"/>
        </p:nvGrpSpPr>
        <p:grpSpPr>
          <a:xfrm>
            <a:off x="0" y="0"/>
            <a:ext cx="9906000" cy="1065598"/>
            <a:chOff x="0" y="0"/>
            <a:chExt cx="9906000" cy="1065598"/>
          </a:xfrm>
        </p:grpSpPr>
        <p:sp>
          <p:nvSpPr>
            <p:cNvPr id="16"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7 Quiz</a:t>
            </a:r>
          </a:p>
        </p:txBody>
      </p:sp>
    </p:spTree>
    <p:extLst>
      <p:ext uri="{BB962C8B-B14F-4D97-AF65-F5344CB8AC3E}">
        <p14:creationId xmlns:p14="http://schemas.microsoft.com/office/powerpoint/2010/main" val="417158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xmlns="" id="{85278258-AEB2-4213-B5E6-13FC86FAB418}"/>
              </a:ext>
            </a:extLst>
          </p:cNvPr>
          <p:cNvGrpSpPr/>
          <p:nvPr userDrawn="1"/>
        </p:nvGrpSpPr>
        <p:grpSpPr>
          <a:xfrm>
            <a:off x="449612" y="1462227"/>
            <a:ext cx="9003600" cy="4500283"/>
            <a:chOff x="578678" y="1445207"/>
            <a:chExt cx="8748000" cy="4136077"/>
          </a:xfrm>
        </p:grpSpPr>
        <p:sp>
          <p:nvSpPr>
            <p:cNvPr id="52" name="직사각형 51">
              <a:extLst>
                <a:ext uri="{FF2B5EF4-FFF2-40B4-BE49-F238E27FC236}">
                  <a16:creationId xmlns:a16="http://schemas.microsoft.com/office/drawing/2014/main" xmlns=""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직사각형 52">
              <a:extLst>
                <a:ext uri="{FF2B5EF4-FFF2-40B4-BE49-F238E27FC236}">
                  <a16:creationId xmlns:a16="http://schemas.microsoft.com/office/drawing/2014/main" xmlns=""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a:extLst>
                <a:ext uri="{FF2B5EF4-FFF2-40B4-BE49-F238E27FC236}">
                  <a16:creationId xmlns:a16="http://schemas.microsoft.com/office/drawing/2014/main" xmlns=""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8" name="그룹 7">
            <a:extLst>
              <a:ext uri="{FF2B5EF4-FFF2-40B4-BE49-F238E27FC236}">
                <a16:creationId xmlns:a16="http://schemas.microsoft.com/office/drawing/2014/main" xmlns="" id="{E8CA0DD3-9254-499A-BE4D-7F93C9791163}"/>
              </a:ext>
            </a:extLst>
          </p:cNvPr>
          <p:cNvGrpSpPr/>
          <p:nvPr userDrawn="1"/>
        </p:nvGrpSpPr>
        <p:grpSpPr>
          <a:xfrm>
            <a:off x="747834" y="2408824"/>
            <a:ext cx="8539600" cy="3303528"/>
            <a:chOff x="747834" y="2129937"/>
            <a:chExt cx="8539600" cy="3303528"/>
          </a:xfrm>
        </p:grpSpPr>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5" name="그룹 34">
              <a:extLst>
                <a:ext uri="{FF2B5EF4-FFF2-40B4-BE49-F238E27FC236}">
                  <a16:creationId xmlns:a16="http://schemas.microsoft.com/office/drawing/2014/main" xmlns=""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xmlns=""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xmlns=""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xmlns=""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xmlns=""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588471"/>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Tree>
    <p:extLst>
      <p:ext uri="{BB962C8B-B14F-4D97-AF65-F5344CB8AC3E}">
        <p14:creationId xmlns:p14="http://schemas.microsoft.com/office/powerpoint/2010/main" val="514505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7" name="그룹 6">
            <a:extLst>
              <a:ext uri="{FF2B5EF4-FFF2-40B4-BE49-F238E27FC236}">
                <a16:creationId xmlns:a16="http://schemas.microsoft.com/office/drawing/2014/main" xmlns="" id="{FDEC6B4D-744D-4E9D-89EE-6B4FB27E7344}"/>
              </a:ext>
            </a:extLst>
          </p:cNvPr>
          <p:cNvGrpSpPr/>
          <p:nvPr userDrawn="1"/>
        </p:nvGrpSpPr>
        <p:grpSpPr>
          <a:xfrm>
            <a:off x="449612" y="1462227"/>
            <a:ext cx="9003600" cy="4500283"/>
            <a:chOff x="449612" y="1219200"/>
            <a:chExt cx="9003600" cy="4500283"/>
          </a:xfrm>
        </p:grpSpPr>
        <p:grpSp>
          <p:nvGrpSpPr>
            <p:cNvPr id="2" name="그룹 1">
              <a:extLst>
                <a:ext uri="{FF2B5EF4-FFF2-40B4-BE49-F238E27FC236}">
                  <a16:creationId xmlns:a16="http://schemas.microsoft.com/office/drawing/2014/main" xmlns=""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Tree>
    <p:extLst>
      <p:ext uri="{BB962C8B-B14F-4D97-AF65-F5344CB8AC3E}">
        <p14:creationId xmlns:p14="http://schemas.microsoft.com/office/powerpoint/2010/main" val="307074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10"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1"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2"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4846320" y="6498000"/>
            <a:ext cx="4352987"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7. Data Processing, Descriptive Statistics, and Data Visualization</a:t>
            </a:r>
          </a:p>
        </p:txBody>
      </p:sp>
      <p:grpSp>
        <p:nvGrpSpPr>
          <p:cNvPr id="20" name="Group 19"/>
          <p:cNvGrpSpPr/>
          <p:nvPr userDrawn="1"/>
        </p:nvGrpSpPr>
        <p:grpSpPr>
          <a:xfrm>
            <a:off x="0" y="0"/>
            <a:ext cx="9906000" cy="1065598"/>
            <a:chOff x="0" y="0"/>
            <a:chExt cx="9906000" cy="1065598"/>
          </a:xfrm>
        </p:grpSpPr>
        <p:sp>
          <p:nvSpPr>
            <p:cNvPr id="21"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7 Quiz</a:t>
            </a:r>
          </a:p>
        </p:txBody>
      </p:sp>
    </p:spTree>
    <p:extLst>
      <p:ext uri="{BB962C8B-B14F-4D97-AF65-F5344CB8AC3E}">
        <p14:creationId xmlns:p14="http://schemas.microsoft.com/office/powerpoint/2010/main" val="426073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612" y="900000"/>
            <a:ext cx="9003600"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8"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1357378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xmlns=""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395"/>
            <a:ext cx="9902825" cy="6853605"/>
          </a:xfrm>
          <a:prstGeom prst="rect">
            <a:avLst/>
          </a:prstGeom>
        </p:spPr>
      </p:pic>
      <p:sp>
        <p:nvSpPr>
          <p:cNvPr id="2" name="직사각형 1"/>
          <p:cNvSpPr/>
          <p:nvPr userDrawn="1"/>
        </p:nvSpPr>
        <p:spPr>
          <a:xfrm>
            <a:off x="1" y="0"/>
            <a:ext cx="9902825"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60"/>
          </a:p>
        </p:txBody>
      </p:sp>
      <p:sp>
        <p:nvSpPr>
          <p:cNvPr id="7" name="직사각형 6">
            <a:extLst>
              <a:ext uri="{FF2B5EF4-FFF2-40B4-BE49-F238E27FC236}">
                <a16:creationId xmlns:a16="http://schemas.microsoft.com/office/drawing/2014/main" xmlns="" id="{782B242C-8600-47F0-98D5-6EA512C41BF2}"/>
              </a:ext>
            </a:extLst>
          </p:cNvPr>
          <p:cNvSpPr/>
          <p:nvPr userDrawn="1"/>
        </p:nvSpPr>
        <p:spPr>
          <a:xfrm>
            <a:off x="449612" y="5677031"/>
            <a:ext cx="9003600"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2022 SAMSUNG. All rights reserved.</a:t>
            </a:r>
          </a:p>
          <a:p>
            <a:pPr marL="0" marR="0" lvl="0" indent="0" algn="l" defTabSz="914400"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Samsung Electronics Corporate Citizenship Office holds the copyright of book.</a:t>
            </a:r>
          </a:p>
          <a:p>
            <a:pPr marL="0" marR="0" lvl="0" indent="0" algn="l" defTabSz="914400"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This book is a literary property protected by copyright law so reprint and reproduction without permission are prohibited.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xmlns=""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3012" y="3022951"/>
            <a:ext cx="2476800" cy="812098"/>
          </a:xfrm>
          <a:prstGeom prst="rect">
            <a:avLst/>
          </a:prstGeom>
        </p:spPr>
      </p:pic>
      <p:sp>
        <p:nvSpPr>
          <p:cNvPr id="9"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9098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spTree>
    <p:extLst>
      <p:ext uri="{BB962C8B-B14F-4D97-AF65-F5344CB8AC3E}">
        <p14:creationId xmlns:p14="http://schemas.microsoft.com/office/powerpoint/2010/main" val="177301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5"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549338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385759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4036029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50" charset="0"/>
                <a:ea typeface="Samsung Sharp Sans Bold" pitchFamily="50" charset="0"/>
                <a:cs typeface="Samsung Sharp Sans Bold" pitchFamily="50"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107007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73140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76677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7" r:id="rId5"/>
    <p:sldLayoutId id="2147483788" r:id="rId6"/>
    <p:sldLayoutId id="2147483789" r:id="rId7"/>
    <p:sldLayoutId id="2147483790" r:id="rId8"/>
    <p:sldLayoutId id="2147483781" r:id="rId9"/>
    <p:sldLayoutId id="2147483782" r:id="rId10"/>
    <p:sldLayoutId id="2147483783" r:id="rId11"/>
    <p:sldLayoutId id="2147483784" r:id="rId12"/>
    <p:sldLayoutId id="2147483797" r:id="rId13"/>
    <p:sldLayoutId id="2147483798" r:id="rId14"/>
    <p:sldLayoutId id="2147483799" r:id="rId1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BD9_44D9B1B.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720000" y="2415408"/>
            <a:ext cx="5350059" cy="1572448"/>
            <a:chOff x="720000" y="2415408"/>
            <a:chExt cx="5350059" cy="1572448"/>
          </a:xfrm>
        </p:grpSpPr>
        <p:sp>
          <p:nvSpPr>
            <p:cNvPr id="15" name="직사각형 133">
              <a:extLst>
                <a:ext uri="{FF2B5EF4-FFF2-40B4-BE49-F238E27FC236}">
                  <a16:creationId xmlns:a16="http://schemas.microsoft.com/office/drawing/2014/main" xmlns="" id="{9ECD4F1E-56F2-4389-8493-B26C356AB15F}"/>
                </a:ext>
              </a:extLst>
            </p:cNvPr>
            <p:cNvSpPr/>
            <p:nvPr/>
          </p:nvSpPr>
          <p:spPr>
            <a:xfrm>
              <a:off x="720000" y="2415408"/>
              <a:ext cx="5350059"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5400" dirty="0">
                  <a:solidFill>
                    <a:schemeClr val="tx1"/>
                  </a:solidFill>
                  <a:latin typeface="Samsung Sharp Sans Bold" pitchFamily="2" charset="0"/>
                  <a:ea typeface="Samsung Sharp Sans Bold" pitchFamily="2" charset="0"/>
                  <a:cs typeface="Samsung Sharp Sans Bold" pitchFamily="2" charset="0"/>
                </a:rPr>
                <a:t>Chapter Quiz</a:t>
              </a:r>
            </a:p>
          </p:txBody>
        </p:sp>
        <p:sp>
          <p:nvSpPr>
            <p:cNvPr id="27" name="직사각형 133">
              <a:extLst>
                <a:ext uri="{FF2B5EF4-FFF2-40B4-BE49-F238E27FC236}">
                  <a16:creationId xmlns:a16="http://schemas.microsoft.com/office/drawing/2014/main" xmlns="" id="{7E1FFB96-4B69-4AC9-8440-53675C6399E1}"/>
                </a:ext>
              </a:extLst>
            </p:cNvPr>
            <p:cNvSpPr/>
            <p:nvPr/>
          </p:nvSpPr>
          <p:spPr>
            <a:xfrm>
              <a:off x="990000" y="3618524"/>
              <a:ext cx="4904962"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defRPr/>
              </a:pPr>
              <a:r>
                <a:rPr lang="en-US" altLang="ko-KR" sz="2400" dirty="0">
                  <a:solidFill>
                    <a:srgbClr val="1428A0"/>
                  </a:solidFill>
                  <a:latin typeface="+mj-ea"/>
                  <a:ea typeface="+mj-ea"/>
                  <a:cs typeface="Samsung Sharp Sans Bold" pitchFamily="2" charset="0"/>
                </a:rPr>
                <a:t>Coding and Programming</a:t>
              </a:r>
              <a:endParaRPr lang="ko-KR" altLang="en-US" sz="2400" dirty="0">
                <a:solidFill>
                  <a:srgbClr val="1428A0"/>
                </a:solidFill>
                <a:latin typeface="+mj-ea"/>
                <a:ea typeface="+mj-ea"/>
                <a:cs typeface="Samsung Sharp Sans Bold" pitchFamily="2" charset="0"/>
              </a:endParaRPr>
            </a:p>
          </p:txBody>
        </p:sp>
        <p:sp>
          <p:nvSpPr>
            <p:cNvPr id="28" name="직사각형 14">
              <a:extLst>
                <a:ext uri="{FF2B5EF4-FFF2-40B4-BE49-F238E27FC236}">
                  <a16:creationId xmlns:a16="http://schemas.microsoft.com/office/drawing/2014/main" xmlns="" id="{6490A05B-990A-4F39-A4F0-CDC93970D232}"/>
                </a:ext>
              </a:extLst>
            </p:cNvPr>
            <p:cNvSpPr/>
            <p:nvPr/>
          </p:nvSpPr>
          <p:spPr>
            <a:xfrm>
              <a:off x="720000" y="3636262"/>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Tree>
    <p:extLst>
      <p:ext uri="{BB962C8B-B14F-4D97-AF65-F5344CB8AC3E}">
        <p14:creationId xmlns:p14="http://schemas.microsoft.com/office/powerpoint/2010/main" val="3897260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19999" y="2494446"/>
            <a:ext cx="5186279" cy="1497008"/>
            <a:chOff x="719999" y="2494446"/>
            <a:chExt cx="5186279" cy="1497008"/>
          </a:xfrm>
        </p:grpSpPr>
        <p:sp>
          <p:nvSpPr>
            <p:cNvPr id="36" name="직사각형 133">
              <a:extLst>
                <a:ext uri="{FF2B5EF4-FFF2-40B4-BE49-F238E27FC236}">
                  <a16:creationId xmlns:a16="http://schemas.microsoft.com/office/drawing/2014/main" xmlns="" id="{9ECD4F1E-56F2-4389-8493-B26C356AB15F}"/>
                </a:ext>
              </a:extLst>
            </p:cNvPr>
            <p:cNvSpPr/>
            <p:nvPr/>
          </p:nvSpPr>
          <p:spPr>
            <a:xfrm>
              <a:off x="990000" y="2494446"/>
              <a:ext cx="4916278" cy="677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4400" dirty="0">
                  <a:solidFill>
                    <a:schemeClr val="tx1"/>
                  </a:solidFill>
                  <a:latin typeface="Samsung Sharp Sans Bold" pitchFamily="2" charset="0"/>
                  <a:ea typeface="Samsung Sharp Sans Bold" pitchFamily="2" charset="0"/>
                  <a:cs typeface="Samsung Sharp Sans Bold" pitchFamily="2" charset="0"/>
                </a:rPr>
                <a:t>Quiz</a:t>
              </a:r>
            </a:p>
          </p:txBody>
        </p:sp>
        <p:sp>
          <p:nvSpPr>
            <p:cNvPr id="37" name="직사각형 133">
              <a:extLst>
                <a:ext uri="{FF2B5EF4-FFF2-40B4-BE49-F238E27FC236}">
                  <a16:creationId xmlns:a16="http://schemas.microsoft.com/office/drawing/2014/main" xmlns="" id="{7E1FFB96-4B69-4AC9-8440-53675C6399E1}"/>
                </a:ext>
              </a:extLst>
            </p:cNvPr>
            <p:cNvSpPr/>
            <p:nvPr/>
          </p:nvSpPr>
          <p:spPr>
            <a:xfrm>
              <a:off x="990001" y="3622122"/>
              <a:ext cx="15388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400" dirty="0">
                  <a:solidFill>
                    <a:srgbClr val="1428A0"/>
                  </a:solidFill>
                  <a:latin typeface="Samsung Sharp Sans Bold" pitchFamily="2" charset="0"/>
                  <a:ea typeface="Samsung Sharp Sans Bold" pitchFamily="2" charset="0"/>
                  <a:cs typeface="Samsung Sharp Sans Bold" pitchFamily="2" charset="0"/>
                </a:rPr>
                <a:t>Chapter 7</a:t>
              </a:r>
            </a:p>
          </p:txBody>
        </p:sp>
        <p:sp>
          <p:nvSpPr>
            <p:cNvPr id="38" name="직사각형 14">
              <a:extLst>
                <a:ext uri="{FF2B5EF4-FFF2-40B4-BE49-F238E27FC236}">
                  <a16:creationId xmlns:a16="http://schemas.microsoft.com/office/drawing/2014/main" xmlns="" id="{6490A05B-990A-4F39-A4F0-CDC93970D232}"/>
                </a:ext>
              </a:extLst>
            </p:cNvPr>
            <p:cNvSpPr/>
            <p:nvPr/>
          </p:nvSpPr>
          <p:spPr>
            <a:xfrm>
              <a:off x="720000" y="3639860"/>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sp>
          <p:nvSpPr>
            <p:cNvPr id="39" name="직사각형 11">
              <a:extLst>
                <a:ext uri="{FF2B5EF4-FFF2-40B4-BE49-F238E27FC236}">
                  <a16:creationId xmlns:a16="http://schemas.microsoft.com/office/drawing/2014/main" xmlns="" id="{5D14EC55-4505-4D03-B538-D66AAACB366E}"/>
                </a:ext>
              </a:extLst>
            </p:cNvPr>
            <p:cNvSpPr/>
            <p:nvPr/>
          </p:nvSpPr>
          <p:spPr>
            <a:xfrm>
              <a:off x="719999" y="2494446"/>
              <a:ext cx="60008" cy="9806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
        <p:nvSpPr>
          <p:cNvPr id="9" name="직사각형 8"/>
          <p:cNvSpPr/>
          <p:nvPr/>
        </p:nvSpPr>
        <p:spPr>
          <a:xfrm>
            <a:off x="719998" y="5382604"/>
            <a:ext cx="7249625" cy="586892"/>
          </a:xfrm>
          <a:prstGeom prst="rect">
            <a:avLst/>
          </a:prstGeom>
        </p:spPr>
        <p:txBody>
          <a:bodyPr wrap="square" lIns="0" tIns="0" rIns="0" bIns="0">
            <a:spAutoFit/>
          </a:bodyPr>
          <a:lstStyle/>
          <a:p>
            <a:pPr>
              <a:lnSpc>
                <a:spcPct val="107000"/>
              </a:lnSpc>
              <a:spcAft>
                <a:spcPts val="0"/>
              </a:spcAft>
            </a:pPr>
            <a:r>
              <a:rPr lang="ko-KR" altLang="ko-KR" sz="900" kern="100" dirty="0">
                <a:latin typeface="+mn-lt"/>
                <a:ea typeface="맑은 고딕" panose="020B0503020000020004" pitchFamily="50" charset="-127"/>
                <a:cs typeface="맑은 고딕" panose="020B0503020000020004" pitchFamily="50" charset="-127"/>
              </a:rPr>
              <a:t>ⓒ</a:t>
            </a:r>
            <a:r>
              <a:rPr lang="en-US" altLang="ko-KR" sz="900" kern="100" dirty="0">
                <a:latin typeface="+mn-lt"/>
                <a:ea typeface="SamsungOne-400"/>
                <a:cs typeface="Times New Roman" panose="02020603050405020304" pitchFamily="18" charset="0"/>
              </a:rPr>
              <a:t>2023 SAMSUNG. All rights reserved.</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Samsung Electronics Corporate Citizenship Office holds the copyright of this document.</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This document is a literary property protected by copyright law so reprint and reproduction without permission are prohibited. </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To use this document other than the curriculum of Samsung innovation Campus, you must receive written consent from copyright holder.</a:t>
            </a:r>
            <a:endParaRPr lang="ko-KR" altLang="ko-KR" sz="900" kern="100" dirty="0">
              <a:effectLst/>
              <a:latin typeface="+mn-lt"/>
              <a:ea typeface="맑은 고딕" panose="020B0503020000020004" pitchFamily="50" charset="-127"/>
              <a:cs typeface="Times New Roman" panose="02020603050405020304" pitchFamily="18" charset="0"/>
            </a:endParaRPr>
          </a:p>
        </p:txBody>
      </p:sp>
      <p:sp>
        <p:nvSpPr>
          <p:cNvPr id="10" name="Rounded Rectangle 2"/>
          <p:cNvSpPr/>
          <p:nvPr/>
        </p:nvSpPr>
        <p:spPr>
          <a:xfrm>
            <a:off x="2948875" y="3648183"/>
            <a:ext cx="1707964" cy="305232"/>
          </a:xfrm>
          <a:prstGeom prst="round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r>
              <a:rPr lang="en-US" altLang="ko-KR" sz="1600" dirty="0">
                <a:solidFill>
                  <a:schemeClr val="bg1"/>
                </a:solidFill>
                <a:latin typeface="Samsung Sharp Sans Bold" pitchFamily="2" charset="0"/>
                <a:ea typeface="Samsung Sharp Sans Bold" pitchFamily="2" charset="0"/>
                <a:cs typeface="Samsung Sharp Sans Bold" pitchFamily="2" charset="0"/>
              </a:rPr>
              <a:t>For Student</a:t>
            </a:r>
            <a:endParaRPr lang="ko-KR" altLang="en-US" sz="1600" dirty="0">
              <a:solidFill>
                <a:schemeClr val="bg1"/>
              </a:solidFill>
              <a:latin typeface="Samsung Sharp Sans Bold" pitchFamily="2" charset="0"/>
              <a:ea typeface="Samsung Sharp Sans Bold" pitchFamily="2" charset="0"/>
              <a:cs typeface="Samsung Sharp Sans Bold" pitchFamily="2" charset="0"/>
            </a:endParaRPr>
          </a:p>
        </p:txBody>
      </p:sp>
    </p:spTree>
    <p:extLst>
      <p:ext uri="{BB962C8B-B14F-4D97-AF65-F5344CB8AC3E}">
        <p14:creationId xmlns:p14="http://schemas.microsoft.com/office/powerpoint/2010/main" val="72194843"/>
      </p:ext>
    </p:extLst>
  </p:cSld>
  <p:clrMapOvr>
    <a:masterClrMapping/>
  </p:clrMapOvr>
  <p:extLst>
    <p:ext uri="{6950BFC3-D8DA-4A85-94F7-54DA5524770B}">
      <p188:commentRel xmlns:p188="http://schemas.microsoft.com/office/powerpoint/2018/8/main" xmlns=""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grpSp>
        <p:nvGrpSpPr>
          <p:cNvPr id="10" name="그룹 9">
            <a:extLst>
              <a:ext uri="{FF2B5EF4-FFF2-40B4-BE49-F238E27FC236}">
                <a16:creationId xmlns:a16="http://schemas.microsoft.com/office/drawing/2014/main" xmlns="" id="{D0028591-9B25-5C9F-6CDE-5F9A552FC9AD}"/>
              </a:ext>
            </a:extLst>
          </p:cNvPr>
          <p:cNvGrpSpPr/>
          <p:nvPr/>
        </p:nvGrpSpPr>
        <p:grpSpPr>
          <a:xfrm>
            <a:off x="463014" y="1796542"/>
            <a:ext cx="8924982" cy="865976"/>
            <a:chOff x="463014" y="1796542"/>
            <a:chExt cx="8924982" cy="865976"/>
          </a:xfrm>
        </p:grpSpPr>
        <p:grpSp>
          <p:nvGrpSpPr>
            <p:cNvPr id="2" name="Group 1"/>
            <p:cNvGrpSpPr/>
            <p:nvPr/>
          </p:nvGrpSpPr>
          <p:grpSpPr>
            <a:xfrm>
              <a:off x="463014" y="1796542"/>
              <a:ext cx="8924982" cy="865976"/>
              <a:chOff x="463014" y="1796542"/>
              <a:chExt cx="8924982" cy="865976"/>
            </a:xfrm>
          </p:grpSpPr>
          <p:sp>
            <p:nvSpPr>
              <p:cNvPr id="9" name="직사각형 2"/>
              <p:cNvSpPr/>
              <p:nvPr/>
            </p:nvSpPr>
            <p:spPr>
              <a:xfrm>
                <a:off x="463014" y="1796542"/>
                <a:ext cx="8924982" cy="865976"/>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4" name="직사각형 2"/>
              <p:cNvSpPr/>
              <p:nvPr/>
            </p:nvSpPr>
            <p:spPr>
              <a:xfrm>
                <a:off x="477235" y="1823457"/>
                <a:ext cx="8786811" cy="44744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Convert the following dictionary data into a DataFrame object using Pandas. The DataFrame object is named as </a:t>
                </a:r>
                <a:r>
                  <a:rPr lang="en-US" altLang="ko-KR" sz="1300" b="1" dirty="0" err="1">
                    <a:solidFill>
                      <a:srgbClr val="0D0D0D"/>
                    </a:solidFill>
                    <a:latin typeface="SamsungOne-400" panose="020B0503030303020204" pitchFamily="34" charset="0"/>
                    <a:ea typeface="SamsungOne-400" panose="020B0503030303020204" pitchFamily="34" charset="0"/>
                  </a:rPr>
                  <a:t>df</a:t>
                </a:r>
                <a:r>
                  <a:rPr lang="en-US" altLang="ko-KR" sz="1300" b="1" dirty="0">
                    <a:solidFill>
                      <a:srgbClr val="0D0D0D"/>
                    </a:solidFill>
                    <a:latin typeface="SamsungOne-400" panose="020B0503030303020204" pitchFamily="34" charset="0"/>
                    <a:ea typeface="SamsungOne-400" panose="020B0503030303020204" pitchFamily="34" charset="0"/>
                  </a:rPr>
                  <a:t>.</a:t>
                </a:r>
              </a:p>
            </p:txBody>
          </p:sp>
        </p:grpSp>
        <p:pic>
          <p:nvPicPr>
            <p:cNvPr id="8" name="그림 7">
              <a:extLst>
                <a:ext uri="{FF2B5EF4-FFF2-40B4-BE49-F238E27FC236}">
                  <a16:creationId xmlns:a16="http://schemas.microsoft.com/office/drawing/2014/main" xmlns="" id="{849EFA35-CBB0-1F49-BF0A-47298C82FD1C}"/>
                </a:ext>
              </a:extLst>
            </p:cNvPr>
            <p:cNvPicPr>
              <a:picLocks noChangeAspect="1"/>
            </p:cNvPicPr>
            <p:nvPr/>
          </p:nvPicPr>
          <p:blipFill rotWithShape="1">
            <a:blip r:embed="rId3"/>
            <a:srcRect l="170" r="11911" b="2206"/>
            <a:stretch/>
          </p:blipFill>
          <p:spPr>
            <a:xfrm>
              <a:off x="554692" y="2198404"/>
              <a:ext cx="8709354" cy="354296"/>
            </a:xfrm>
            <a:prstGeom prst="rect">
              <a:avLst/>
            </a:prstGeom>
          </p:spPr>
        </p:pic>
      </p:grpSp>
    </p:spTree>
    <p:extLst>
      <p:ext uri="{BB962C8B-B14F-4D97-AF65-F5344CB8AC3E}">
        <p14:creationId xmlns:p14="http://schemas.microsoft.com/office/powerpoint/2010/main" val="2209018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4" name="직사각형 2"/>
          <p:cNvSpPr/>
          <p:nvPr/>
        </p:nvSpPr>
        <p:spPr>
          <a:xfrm>
            <a:off x="463014" y="1796542"/>
            <a:ext cx="8924982" cy="706330"/>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In the DataFrame created in Question 1, create a new DataFrame that consists only of column data of column name 'col4'. The DataFrame object is named as </a:t>
            </a:r>
            <a:r>
              <a:rPr lang="en-US" altLang="ko-KR" sz="1300" b="1" dirty="0" err="1">
                <a:solidFill>
                  <a:srgbClr val="0D0D0D"/>
                </a:solidFill>
                <a:latin typeface="SamsungOne-400" panose="020B0503030303020204" pitchFamily="34" charset="0"/>
                <a:ea typeface="SamsungOne-400" panose="020B0503030303020204" pitchFamily="34" charset="0"/>
              </a:rPr>
              <a:t>new_df</a:t>
            </a:r>
            <a:r>
              <a:rPr lang="en-US" altLang="ko-KR" sz="1300" b="1" dirty="0">
                <a:solidFill>
                  <a:srgbClr val="0D0D0D"/>
                </a:solidFill>
                <a:latin typeface="SamsungOne-400" panose="020B0503030303020204" pitchFamily="34" charset="0"/>
                <a:ea typeface="SamsungOne-400" panose="020B0503030303020204" pitchFamily="34" charset="0"/>
              </a:rPr>
              <a:t>.</a:t>
            </a:r>
          </a:p>
        </p:txBody>
      </p:sp>
    </p:spTree>
    <p:extLst>
      <p:ext uri="{BB962C8B-B14F-4D97-AF65-F5344CB8AC3E}">
        <p14:creationId xmlns:p14="http://schemas.microsoft.com/office/powerpoint/2010/main" val="3597915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03</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7" name="직사각형 2"/>
          <p:cNvSpPr/>
          <p:nvPr/>
        </p:nvSpPr>
        <p:spPr>
          <a:xfrm>
            <a:off x="463014" y="1796542"/>
            <a:ext cx="8924982" cy="706330"/>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The index of the DataFrame created in Question 1 is 0,1. Write a command to change these indices’ name to first and second.</a:t>
            </a:r>
          </a:p>
        </p:txBody>
      </p:sp>
    </p:spTree>
    <p:extLst>
      <p:ext uri="{BB962C8B-B14F-4D97-AF65-F5344CB8AC3E}">
        <p14:creationId xmlns:p14="http://schemas.microsoft.com/office/powerpoint/2010/main" val="2299536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04</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41" name="직사각형 2"/>
          <p:cNvSpPr/>
          <p:nvPr/>
        </p:nvSpPr>
        <p:spPr>
          <a:xfrm>
            <a:off x="463014" y="1796542"/>
            <a:ext cx="8924982" cy="706330"/>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Write a command to search for missing data in the DataFrame </a:t>
            </a:r>
            <a:r>
              <a:rPr lang="en-US" altLang="ko-KR" sz="1300" b="1" dirty="0" err="1">
                <a:solidFill>
                  <a:srgbClr val="0D0D0D"/>
                </a:solidFill>
                <a:latin typeface="SamsungOne-400" panose="020B0503030303020204" pitchFamily="34" charset="0"/>
                <a:ea typeface="SamsungOne-400" panose="020B0503030303020204" pitchFamily="34" charset="0"/>
              </a:rPr>
              <a:t>df</a:t>
            </a:r>
            <a:r>
              <a:rPr lang="en-US" altLang="ko-KR" sz="1300" b="1" dirty="0">
                <a:solidFill>
                  <a:srgbClr val="0D0D0D"/>
                </a:solidFill>
                <a:latin typeface="SamsungOne-400" panose="020B0503030303020204" pitchFamily="34" charset="0"/>
                <a:ea typeface="SamsungOne-400" panose="020B0503030303020204" pitchFamily="34" charset="0"/>
              </a:rPr>
              <a:t> created in Question 1 and print the result. However, the missing data must be returned as True.</a:t>
            </a:r>
          </a:p>
        </p:txBody>
      </p:sp>
    </p:spTree>
    <p:extLst>
      <p:ext uri="{BB962C8B-B14F-4D97-AF65-F5344CB8AC3E}">
        <p14:creationId xmlns:p14="http://schemas.microsoft.com/office/powerpoint/2010/main" val="2091039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05</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4" name="직사각형 2"/>
          <p:cNvSpPr/>
          <p:nvPr/>
        </p:nvSpPr>
        <p:spPr>
          <a:xfrm>
            <a:off x="463014" y="1796542"/>
            <a:ext cx="8924982" cy="706330"/>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Write a command to check the descriptive statistics summary (standard deviation, minimum value, mode, etc.) of the DataFrame </a:t>
            </a:r>
            <a:r>
              <a:rPr lang="en-US" altLang="ko-KR" sz="1300" b="1" dirty="0" err="1">
                <a:solidFill>
                  <a:srgbClr val="0D0D0D"/>
                </a:solidFill>
                <a:latin typeface="SamsungOne-400" panose="020B0503030303020204" pitchFamily="34" charset="0"/>
                <a:ea typeface="SamsungOne-400" panose="020B0503030303020204" pitchFamily="34" charset="0"/>
              </a:rPr>
              <a:t>df</a:t>
            </a:r>
            <a:r>
              <a:rPr lang="en-US" altLang="ko-KR" sz="1300" b="1" dirty="0">
                <a:solidFill>
                  <a:srgbClr val="0D0D0D"/>
                </a:solidFill>
                <a:latin typeface="SamsungOne-400" panose="020B0503030303020204" pitchFamily="34" charset="0"/>
                <a:ea typeface="SamsungOne-400" panose="020B0503030303020204" pitchFamily="34" charset="0"/>
              </a:rPr>
              <a:t> created in Question 1 and print the result.</a:t>
            </a:r>
          </a:p>
        </p:txBody>
      </p:sp>
    </p:spTree>
    <p:extLst>
      <p:ext uri="{BB962C8B-B14F-4D97-AF65-F5344CB8AC3E}">
        <p14:creationId xmlns:p14="http://schemas.microsoft.com/office/powerpoint/2010/main" val="332463268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amsungOne 400"/>
        <a:ea typeface="Samsung Sharp Sans"/>
        <a:cs typeface=""/>
      </a:majorFont>
      <a:minorFont>
        <a:latin typeface="SamsungOne 400"/>
        <a:ea typeface="Samsung Sharp Sans"/>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10303</TotalTime>
  <Words>235</Words>
  <Application>Microsoft Office PowerPoint</Application>
  <PresentationFormat>A4 용지(210x297mm)</PresentationFormat>
  <Paragraphs>26</Paragraphs>
  <Slides>7</Slides>
  <Notes>7</Notes>
  <HiddenSlides>0</HiddenSlides>
  <MMClips>0</MMClips>
  <ScaleCrop>false</ScaleCrop>
  <HeadingPairs>
    <vt:vector size="6" baseType="variant">
      <vt:variant>
        <vt:lpstr>사용한 글꼴</vt:lpstr>
      </vt:variant>
      <vt:variant>
        <vt:i4>13</vt:i4>
      </vt:variant>
      <vt:variant>
        <vt:lpstr>테마</vt:lpstr>
      </vt:variant>
      <vt:variant>
        <vt:i4>1</vt:i4>
      </vt:variant>
      <vt:variant>
        <vt:lpstr>슬라이드 제목</vt:lpstr>
      </vt:variant>
      <vt:variant>
        <vt:i4>7</vt:i4>
      </vt:variant>
    </vt:vector>
  </HeadingPairs>
  <TitlesOfParts>
    <vt:vector size="21" baseType="lpstr">
      <vt:lpstr>Samsung Sharp Sans</vt:lpstr>
      <vt:lpstr>D2Coding</vt:lpstr>
      <vt:lpstr>Malgun Gothic Semilight</vt:lpstr>
      <vt:lpstr>Samsung Sharp Sans Medium</vt:lpstr>
      <vt:lpstr>Arial Unicode MS</vt:lpstr>
      <vt:lpstr>Samsung Sharp Sans Bold</vt:lpstr>
      <vt:lpstr>SamsungOne-400C</vt:lpstr>
      <vt:lpstr>맑은 고딕</vt:lpstr>
      <vt:lpstr>SamsungOne-400</vt:lpstr>
      <vt:lpstr>Arial</vt:lpstr>
      <vt:lpstr>Times New Roman</vt:lpstr>
      <vt:lpstr>SamsungOne 400</vt:lpstr>
      <vt:lpstr>굴림</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Soomin Kim</cp:lastModifiedBy>
  <cp:revision>619</cp:revision>
  <cp:lastPrinted>2021-06-22T04:42:01Z</cp:lastPrinted>
  <dcterms:created xsi:type="dcterms:W3CDTF">2009-02-24T02:14:00Z</dcterms:created>
  <dcterms:modified xsi:type="dcterms:W3CDTF">2023-09-05T20:52:18Z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