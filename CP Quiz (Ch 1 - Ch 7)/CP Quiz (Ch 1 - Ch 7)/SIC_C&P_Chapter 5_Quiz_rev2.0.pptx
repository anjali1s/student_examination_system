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omments/modernComment_BD7_A635D225.xml" ContentType="application/vnd.ms-powerpoint.comment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76" r:id="rId1"/>
  </p:sldMasterIdLst>
  <p:notesMasterIdLst>
    <p:notesMasterId r:id="rId8"/>
  </p:notesMasterIdLst>
  <p:sldIdLst>
    <p:sldId id="3030" r:id="rId2"/>
    <p:sldId id="3031" r:id="rId3"/>
    <p:sldId id="3033" r:id="rId4"/>
    <p:sldId id="3032" r:id="rId5"/>
    <p:sldId id="3023" r:id="rId6"/>
    <p:sldId id="3028" r:id="rId7"/>
  </p:sldIdLst>
  <p:sldSz cx="9906000" cy="6858000" type="A4"/>
  <p:notesSz cx="6797675" cy="9926638"/>
  <p:embeddedFontLst>
    <p:embeddedFont>
      <p:font typeface="맑은 고딕" panose="020B0503020000020004" pitchFamily="50" charset="-127"/>
      <p:regular r:id="rId9"/>
      <p:bold r:id="rId10"/>
    </p:embeddedFont>
    <p:embeddedFont>
      <p:font typeface="Samsung Sharp Sans" pitchFamily="2" charset="0"/>
      <p:bold r:id="rId11"/>
    </p:embeddedFont>
    <p:embeddedFont>
      <p:font typeface="SamsungOne-400" panose="020B0503030303020204" pitchFamily="34" charset="0"/>
      <p:regular r:id="rId12"/>
    </p:embeddedFont>
    <p:embeddedFont>
      <p:font typeface="SamsungOne-400C" panose="020B0506030303020204" pitchFamily="34" charset="0"/>
      <p:regular r:id="rId13"/>
    </p:embeddedFont>
    <p:embeddedFont>
      <p:font typeface="Samsung Sharp Sans Bold" pitchFamily="2" charset="0"/>
      <p:bold r:id="rId14"/>
    </p:embeddedFont>
    <p:embeddedFont>
      <p:font typeface="D2Coding" panose="020B0609020101020101" pitchFamily="49" charset="-127"/>
      <p:regular r:id="rId15"/>
      <p:bold r:id="rId16"/>
    </p:embeddedFont>
    <p:embeddedFont>
      <p:font typeface="Malgun Gothic Semilight" panose="020B0502040204020203" pitchFamily="50" charset="-127"/>
      <p:regular r:id="rId17"/>
    </p:embeddedFont>
    <p:embeddedFont>
      <p:font typeface="Arial Unicode MS" panose="020B0604020202020204" pitchFamily="50" charset="-127"/>
      <p:regular r:id="rId18"/>
    </p:embeddedFont>
    <p:embeddedFont>
      <p:font typeface="SamsungOne 400" panose="020B0503030303020204" pitchFamily="34" charset="0"/>
      <p:regular r:id="rId19"/>
    </p:embeddedFont>
    <p:embeddedFont>
      <p:font typeface="Samsung Sharp Sans Medium" pitchFamily="2" charset="0"/>
      <p:bold r:id="rId20"/>
    </p:embeddedFont>
  </p:embeddedFontLst>
  <p:defaultTextStyle>
    <a:defPPr>
      <a:defRPr lang="ko-KR"/>
    </a:defPPr>
    <a:lvl1pPr algn="l" rtl="0" fontAlgn="base" latinLnBrk="1">
      <a:spcBef>
        <a:spcPct val="0"/>
      </a:spcBef>
      <a:spcAft>
        <a:spcPct val="0"/>
      </a:spcAft>
      <a:defRPr kumimoji="1" kern="1200">
        <a:solidFill>
          <a:schemeClr val="tx1"/>
        </a:solidFill>
        <a:latin typeface="굴림" charset="-127"/>
        <a:ea typeface="맑은 고딕"/>
        <a:cs typeface="맑은 고딕"/>
      </a:defRPr>
    </a:lvl1pPr>
    <a:lvl2pPr marL="457200" algn="l" rtl="0" fontAlgn="base" latinLnBrk="1">
      <a:spcBef>
        <a:spcPct val="0"/>
      </a:spcBef>
      <a:spcAft>
        <a:spcPct val="0"/>
      </a:spcAft>
      <a:defRPr kumimoji="1" kern="1200">
        <a:solidFill>
          <a:schemeClr val="tx1"/>
        </a:solidFill>
        <a:latin typeface="굴림" charset="-127"/>
        <a:ea typeface="맑은 고딕"/>
        <a:cs typeface="맑은 고딕"/>
      </a:defRPr>
    </a:lvl2pPr>
    <a:lvl3pPr marL="914400" algn="l" rtl="0" fontAlgn="base" latinLnBrk="1">
      <a:spcBef>
        <a:spcPct val="0"/>
      </a:spcBef>
      <a:spcAft>
        <a:spcPct val="0"/>
      </a:spcAft>
      <a:defRPr kumimoji="1" kern="1200">
        <a:solidFill>
          <a:schemeClr val="tx1"/>
        </a:solidFill>
        <a:latin typeface="굴림" charset="-127"/>
        <a:ea typeface="맑은 고딕"/>
        <a:cs typeface="맑은 고딕"/>
      </a:defRPr>
    </a:lvl3pPr>
    <a:lvl4pPr marL="1371600" algn="l" rtl="0" fontAlgn="base" latinLnBrk="1">
      <a:spcBef>
        <a:spcPct val="0"/>
      </a:spcBef>
      <a:spcAft>
        <a:spcPct val="0"/>
      </a:spcAft>
      <a:defRPr kumimoji="1" kern="1200">
        <a:solidFill>
          <a:schemeClr val="tx1"/>
        </a:solidFill>
        <a:latin typeface="굴림" charset="-127"/>
        <a:ea typeface="맑은 고딕"/>
        <a:cs typeface="맑은 고딕"/>
      </a:defRPr>
    </a:lvl4pPr>
    <a:lvl5pPr marL="1828800" algn="l" rtl="0" fontAlgn="base" latinLnBrk="1">
      <a:spcBef>
        <a:spcPct val="0"/>
      </a:spcBef>
      <a:spcAft>
        <a:spcPct val="0"/>
      </a:spcAft>
      <a:defRPr kumimoji="1" kern="1200">
        <a:solidFill>
          <a:schemeClr val="tx1"/>
        </a:solidFill>
        <a:latin typeface="굴림" charset="-127"/>
        <a:ea typeface="맑은 고딕"/>
        <a:cs typeface="맑은 고딕"/>
      </a:defRPr>
    </a:lvl5pPr>
    <a:lvl6pPr marL="2286000" algn="l" defTabSz="914400" rtl="0" eaLnBrk="1" latinLnBrk="1" hangingPunct="1">
      <a:defRPr kumimoji="1" kern="1200">
        <a:solidFill>
          <a:schemeClr val="tx1"/>
        </a:solidFill>
        <a:latin typeface="굴림" charset="-127"/>
        <a:ea typeface="맑은 고딕"/>
        <a:cs typeface="맑은 고딕"/>
      </a:defRPr>
    </a:lvl6pPr>
    <a:lvl7pPr marL="2743200" algn="l" defTabSz="914400" rtl="0" eaLnBrk="1" latinLnBrk="1" hangingPunct="1">
      <a:defRPr kumimoji="1" kern="1200">
        <a:solidFill>
          <a:schemeClr val="tx1"/>
        </a:solidFill>
        <a:latin typeface="굴림" charset="-127"/>
        <a:ea typeface="맑은 고딕"/>
        <a:cs typeface="맑은 고딕"/>
      </a:defRPr>
    </a:lvl7pPr>
    <a:lvl8pPr marL="3200400" algn="l" defTabSz="914400" rtl="0" eaLnBrk="1" latinLnBrk="1" hangingPunct="1">
      <a:defRPr kumimoji="1" kern="1200">
        <a:solidFill>
          <a:schemeClr val="tx1"/>
        </a:solidFill>
        <a:latin typeface="굴림" charset="-127"/>
        <a:ea typeface="맑은 고딕"/>
        <a:cs typeface="맑은 고딕"/>
      </a:defRPr>
    </a:lvl8pPr>
    <a:lvl9pPr marL="3657600" algn="l" defTabSz="914400" rtl="0" eaLnBrk="1" latinLnBrk="1" hangingPunct="1">
      <a:defRPr kumimoji="1" kern="1200">
        <a:solidFill>
          <a:schemeClr val="tx1"/>
        </a:solidFill>
        <a:latin typeface="굴림" charset="-127"/>
        <a:ea typeface="맑은 고딕"/>
        <a:cs typeface="맑은 고딕"/>
      </a:defRPr>
    </a:lvl9pPr>
  </p:defaultTextStyle>
  <p:extLst>
    <p:ext uri="{521415D9-36F7-43E2-AB2F-B90AF26B5E84}">
      <p14:sectionLst xmlns:p14="http://schemas.microsoft.com/office/powerpoint/2010/main">
        <p14:section name="Introduction" id="{C50C7387-EA84-4D30-9098-AF7FF6D3A976}">
          <p14:sldIdLst>
            <p14:sldId id="3030"/>
            <p14:sldId id="3031"/>
          </p14:sldIdLst>
        </p14:section>
        <p14:section name="Unit 27" id="{9A8A9D25-11F2-4C7D-8B83-EF26535281C8}">
          <p14:sldIdLst>
            <p14:sldId id="3033"/>
            <p14:sldId id="3032"/>
          </p14:sldIdLst>
        </p14:section>
        <p14:section name="Unit 28" id="{378F446D-3BC4-4328-8F0B-AAE9D4E9A909}">
          <p14:sldIdLst>
            <p14:sldId id="3023"/>
          </p14:sldIdLst>
        </p14:section>
        <p14:section name="Unit 29" id="{C7C9B4AF-26CE-46D5-8CCC-B0C098432B9D}">
          <p14:sldIdLst>
            <p14:sldId id="3028"/>
          </p14:sldIdLst>
        </p14:section>
      </p14:sectionLst>
    </p:ext>
    <p:ext uri="{EFAFB233-063F-42B5-8137-9DF3F51BA10A}">
      <p15:sldGuideLst xmlns:p15="http://schemas.microsoft.com/office/powerpoint/2012/main">
        <p15:guide id="1" orient="horz" pos="777" userDrawn="1">
          <p15:clr>
            <a:srgbClr val="A4A3A4"/>
          </p15:clr>
        </p15:guide>
        <p15:guide id="2" pos="394" userDrawn="1">
          <p15:clr>
            <a:srgbClr val="A4A3A4"/>
          </p15:clr>
        </p15:guide>
        <p15:guide id="3" orient="horz" pos="1468"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7F7"/>
    <a:srgbClr val="007375"/>
    <a:srgbClr val="B237FE"/>
    <a:srgbClr val="508000"/>
    <a:srgbClr val="1429A0"/>
    <a:srgbClr val="B1DAEC"/>
    <a:srgbClr val="ECEFF6"/>
    <a:srgbClr val="F1F1F1"/>
    <a:srgbClr val="FFFFFF"/>
    <a:srgbClr val="193E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212DA7-45D6-44BA-850F-520819CE36D3}" v="3" dt="2021-11-04T00:55:57.465"/>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밝은 스타일 3 - 강조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293" autoAdjust="0"/>
    <p:restoredTop sz="96673" autoAdjust="0"/>
  </p:normalViewPr>
  <p:slideViewPr>
    <p:cSldViewPr snapToGrid="0">
      <p:cViewPr varScale="1">
        <p:scale>
          <a:sx n="113" d="100"/>
          <a:sy n="113" d="100"/>
        </p:scale>
        <p:origin x="1636" y="83"/>
      </p:cViewPr>
      <p:guideLst>
        <p:guide orient="horz" pos="777"/>
        <p:guide pos="394"/>
        <p:guide orient="horz" pos="1468"/>
      </p:guideLst>
    </p:cSldViewPr>
  </p:slideViewPr>
  <p:notesTextViewPr>
    <p:cViewPr>
      <p:scale>
        <a:sx n="100" d="100"/>
        <a:sy n="100" d="100"/>
      </p:scale>
      <p:origin x="0" y="0"/>
    </p:cViewPr>
  </p:notesTextViewPr>
  <p:sorterViewPr>
    <p:cViewPr varScale="1">
      <p:scale>
        <a:sx n="100" d="100"/>
        <a:sy n="100" d="100"/>
      </p:scale>
      <p:origin x="0" y="-17080"/>
    </p:cViewPr>
  </p:sorterViewPr>
  <p:notesViewPr>
    <p:cSldViewPr snapToGrid="0" showGuides="1">
      <p:cViewPr>
        <p:scale>
          <a:sx n="50" d="100"/>
          <a:sy n="50" d="100"/>
        </p:scale>
        <p:origin x="5622" y="2058"/>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font" Target="fonts/font10.fntdata"/><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7.fntdata"/><Relationship Id="rId23" Type="http://schemas.openxmlformats.org/officeDocument/2006/relationships/theme" Target="theme/theme1.xml"/><Relationship Id="rId10" Type="http://schemas.openxmlformats.org/officeDocument/2006/relationships/font" Target="fonts/font2.fntdata"/><Relationship Id="rId19"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 Id="rId22" Type="http://schemas.openxmlformats.org/officeDocument/2006/relationships/viewProps" Target="view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박동규" userId="cebcdd3f-733e-4af1-b963-9742717e494c" providerId="ADAL" clId="{E4212DA7-45D6-44BA-850F-520819CE36D3}"/>
    <pc:docChg chg="undo custSel addSld delSld modSld modSection">
      <pc:chgData name="박동규" userId="cebcdd3f-733e-4af1-b963-9742717e494c" providerId="ADAL" clId="{E4212DA7-45D6-44BA-850F-520819CE36D3}" dt="2021-11-04T01:49:41.389" v="105"/>
      <pc:docMkLst>
        <pc:docMk/>
      </pc:docMkLst>
      <pc:sldChg chg="modSp mod">
        <pc:chgData name="박동규" userId="cebcdd3f-733e-4af1-b963-9742717e494c" providerId="ADAL" clId="{E4212DA7-45D6-44BA-850F-520819CE36D3}" dt="2021-11-04T01:48:51.226" v="104" actId="20577"/>
        <pc:sldMkLst>
          <pc:docMk/>
          <pc:sldMk cId="1687910065" sldId="2526"/>
        </pc:sldMkLst>
        <pc:spChg chg="mod">
          <ac:chgData name="박동규" userId="cebcdd3f-733e-4af1-b963-9742717e494c" providerId="ADAL" clId="{E4212DA7-45D6-44BA-850F-520819CE36D3}" dt="2021-11-04T01:48:51.226" v="104" actId="20577"/>
          <ac:spMkLst>
            <pc:docMk/>
            <pc:sldMk cId="1687910065" sldId="2526"/>
            <ac:spMk id="7" creationId="{098B3BC4-54EF-41AF-855E-5709EC4F2206}"/>
          </ac:spMkLst>
        </pc:spChg>
      </pc:sldChg>
      <pc:sldChg chg="modSp mod">
        <pc:chgData name="박동규" userId="cebcdd3f-733e-4af1-b963-9742717e494c" providerId="ADAL" clId="{E4212DA7-45D6-44BA-850F-520819CE36D3}" dt="2021-11-04T00:21:02.192" v="22"/>
        <pc:sldMkLst>
          <pc:docMk/>
          <pc:sldMk cId="1862257395" sldId="2586"/>
        </pc:sldMkLst>
        <pc:spChg chg="mod">
          <ac:chgData name="박동규" userId="cebcdd3f-733e-4af1-b963-9742717e494c" providerId="ADAL" clId="{E4212DA7-45D6-44BA-850F-520819CE36D3}" dt="2021-11-04T00:21:02.192" v="22"/>
          <ac:spMkLst>
            <pc:docMk/>
            <pc:sldMk cId="1862257395" sldId="2586"/>
            <ac:spMk id="7" creationId="{098B3BC4-54EF-41AF-855E-5709EC4F2206}"/>
          </ac:spMkLst>
        </pc:spChg>
      </pc:sldChg>
      <pc:sldChg chg="addSp modSp add">
        <pc:chgData name="박동규" userId="cebcdd3f-733e-4af1-b963-9742717e494c" providerId="ADAL" clId="{E4212DA7-45D6-44BA-850F-520819CE36D3}" dt="2021-11-04T00:55:57.465" v="39"/>
        <pc:sldMkLst>
          <pc:docMk/>
          <pc:sldMk cId="3822211056" sldId="2587"/>
        </pc:sldMkLst>
        <pc:spChg chg="add mod">
          <ac:chgData name="박동규" userId="cebcdd3f-733e-4af1-b963-9742717e494c" providerId="ADAL" clId="{E4212DA7-45D6-44BA-850F-520819CE36D3}" dt="2021-11-04T00:55:57.465" v="39"/>
          <ac:spMkLst>
            <pc:docMk/>
            <pc:sldMk cId="3822211056" sldId="2587"/>
            <ac:spMk id="11" creationId="{A6C4B92D-D856-48F6-B621-0D35AA45FBFA}"/>
          </ac:spMkLst>
        </pc:spChg>
      </pc:sldChg>
      <pc:sldChg chg="modSp mod">
        <pc:chgData name="박동규" userId="cebcdd3f-733e-4af1-b963-9742717e494c" providerId="ADAL" clId="{E4212DA7-45D6-44BA-850F-520819CE36D3}" dt="2021-11-04T01:49:41.389" v="105"/>
        <pc:sldMkLst>
          <pc:docMk/>
          <pc:sldMk cId="3929552358" sldId="2656"/>
        </pc:sldMkLst>
        <pc:spChg chg="mod">
          <ac:chgData name="박동규" userId="cebcdd3f-733e-4af1-b963-9742717e494c" providerId="ADAL" clId="{E4212DA7-45D6-44BA-850F-520819CE36D3}" dt="2021-11-04T01:49:41.389" v="105"/>
          <ac:spMkLst>
            <pc:docMk/>
            <pc:sldMk cId="3929552358" sldId="2656"/>
            <ac:spMk id="7" creationId="{098B3BC4-54EF-41AF-855E-5709EC4F2206}"/>
          </ac:spMkLst>
        </pc:spChg>
      </pc:sldChg>
      <pc:sldChg chg="addSp delSp modSp mod">
        <pc:chgData name="박동규" userId="cebcdd3f-733e-4af1-b963-9742717e494c" providerId="ADAL" clId="{E4212DA7-45D6-44BA-850F-520819CE36D3}" dt="2021-11-04T00:32:04.709" v="30" actId="20577"/>
        <pc:sldMkLst>
          <pc:docMk/>
          <pc:sldMk cId="2675816459" sldId="2715"/>
        </pc:sldMkLst>
        <pc:spChg chg="mod">
          <ac:chgData name="박동규" userId="cebcdd3f-733e-4af1-b963-9742717e494c" providerId="ADAL" clId="{E4212DA7-45D6-44BA-850F-520819CE36D3}" dt="2021-11-04T00:32:04.709" v="30" actId="20577"/>
          <ac:spMkLst>
            <pc:docMk/>
            <pc:sldMk cId="2675816459" sldId="2715"/>
            <ac:spMk id="7" creationId="{098B3BC4-54EF-41AF-855E-5709EC4F2206}"/>
          </ac:spMkLst>
        </pc:spChg>
        <pc:picChg chg="add">
          <ac:chgData name="박동규" userId="cebcdd3f-733e-4af1-b963-9742717e494c" providerId="ADAL" clId="{E4212DA7-45D6-44BA-850F-520819CE36D3}" dt="2021-11-04T00:31:46.976" v="27" actId="22"/>
          <ac:picMkLst>
            <pc:docMk/>
            <pc:sldMk cId="2675816459" sldId="2715"/>
            <ac:picMk id="3" creationId="{CDEA5D61-257F-4EB8-96C1-5F6948FA6A6A}"/>
          </ac:picMkLst>
        </pc:picChg>
        <pc:picChg chg="del">
          <ac:chgData name="박동규" userId="cebcdd3f-733e-4af1-b963-9742717e494c" providerId="ADAL" clId="{E4212DA7-45D6-44BA-850F-520819CE36D3}" dt="2021-11-04T00:31:45.501" v="26" actId="478"/>
          <ac:picMkLst>
            <pc:docMk/>
            <pc:sldMk cId="2675816459" sldId="2715"/>
            <ac:picMk id="4" creationId="{D8768A06-272B-46F1-B021-C71C0BD24602}"/>
          </ac:picMkLst>
        </pc:picChg>
      </pc:sldChg>
      <pc:sldChg chg="addSp delSp modSp mod">
        <pc:chgData name="박동규" userId="cebcdd3f-733e-4af1-b963-9742717e494c" providerId="ADAL" clId="{E4212DA7-45D6-44BA-850F-520819CE36D3}" dt="2021-11-04T00:17:00.607" v="21" actId="1076"/>
        <pc:sldMkLst>
          <pc:docMk/>
          <pc:sldMk cId="2822199397" sldId="2798"/>
        </pc:sldMkLst>
        <pc:spChg chg="mod">
          <ac:chgData name="박동규" userId="cebcdd3f-733e-4af1-b963-9742717e494c" providerId="ADAL" clId="{E4212DA7-45D6-44BA-850F-520819CE36D3}" dt="2021-11-04T00:17:00.607" v="21" actId="1076"/>
          <ac:spMkLst>
            <pc:docMk/>
            <pc:sldMk cId="2822199397" sldId="2798"/>
            <ac:spMk id="11" creationId="{2948BCDC-D5A4-4DA7-B485-FC0F0F067CB6}"/>
          </ac:spMkLst>
        </pc:spChg>
        <pc:picChg chg="add del">
          <ac:chgData name="박동규" userId="cebcdd3f-733e-4af1-b963-9742717e494c" providerId="ADAL" clId="{E4212DA7-45D6-44BA-850F-520819CE36D3}" dt="2021-11-04T00:16:27.154" v="16" actId="478"/>
          <ac:picMkLst>
            <pc:docMk/>
            <pc:sldMk cId="2822199397" sldId="2798"/>
            <ac:picMk id="3" creationId="{7C818CC8-E3B5-4289-B497-E7725B1085EC}"/>
          </ac:picMkLst>
        </pc:picChg>
      </pc:sldChg>
      <pc:sldChg chg="modSp mod">
        <pc:chgData name="박동규" userId="cebcdd3f-733e-4af1-b963-9742717e494c" providerId="ADAL" clId="{E4212DA7-45D6-44BA-850F-520819CE36D3}" dt="2021-11-04T01:47:37.946" v="102" actId="20577"/>
        <pc:sldMkLst>
          <pc:docMk/>
          <pc:sldMk cId="2283536802" sldId="2975"/>
        </pc:sldMkLst>
        <pc:spChg chg="mod">
          <ac:chgData name="박동규" userId="cebcdd3f-733e-4af1-b963-9742717e494c" providerId="ADAL" clId="{E4212DA7-45D6-44BA-850F-520819CE36D3}" dt="2021-11-04T01:47:37.946" v="102" actId="20577"/>
          <ac:spMkLst>
            <pc:docMk/>
            <pc:sldMk cId="2283536802" sldId="2975"/>
            <ac:spMk id="12" creationId="{2E7E9385-5F19-434F-9180-C7FCAD49FE85}"/>
          </ac:spMkLst>
        </pc:spChg>
      </pc:sldChg>
      <pc:sldChg chg="modSp mod">
        <pc:chgData name="박동규" userId="cebcdd3f-733e-4af1-b963-9742717e494c" providerId="ADAL" clId="{E4212DA7-45D6-44BA-850F-520819CE36D3}" dt="2021-11-04T00:33:25.005" v="33" actId="20577"/>
        <pc:sldMkLst>
          <pc:docMk/>
          <pc:sldMk cId="1601219893" sldId="2986"/>
        </pc:sldMkLst>
        <pc:spChg chg="mod">
          <ac:chgData name="박동규" userId="cebcdd3f-733e-4af1-b963-9742717e494c" providerId="ADAL" clId="{E4212DA7-45D6-44BA-850F-520819CE36D3}" dt="2021-11-04T00:33:25.005" v="33" actId="20577"/>
          <ac:spMkLst>
            <pc:docMk/>
            <pc:sldMk cId="1601219893" sldId="2986"/>
            <ac:spMk id="7" creationId="{098B3BC4-54EF-41AF-855E-5709EC4F2206}"/>
          </ac:spMkLst>
        </pc:spChg>
      </pc:sldChg>
      <pc:sldChg chg="del">
        <pc:chgData name="박동규" userId="cebcdd3f-733e-4af1-b963-9742717e494c" providerId="ADAL" clId="{E4212DA7-45D6-44BA-850F-520819CE36D3}" dt="2021-11-04T01:05:51.966" v="54" actId="47"/>
        <pc:sldMkLst>
          <pc:docMk/>
          <pc:sldMk cId="3423196370" sldId="2988"/>
        </pc:sldMkLst>
      </pc:sldChg>
      <pc:sldChg chg="modSp mod">
        <pc:chgData name="박동규" userId="cebcdd3f-733e-4af1-b963-9742717e494c" providerId="ADAL" clId="{E4212DA7-45D6-44BA-850F-520819CE36D3}" dt="2021-11-04T00:46:32.773" v="36" actId="1076"/>
        <pc:sldMkLst>
          <pc:docMk/>
          <pc:sldMk cId="1300875742" sldId="2990"/>
        </pc:sldMkLst>
        <pc:spChg chg="mod">
          <ac:chgData name="박동규" userId="cebcdd3f-733e-4af1-b963-9742717e494c" providerId="ADAL" clId="{E4212DA7-45D6-44BA-850F-520819CE36D3}" dt="2021-11-04T00:46:29.429" v="35"/>
          <ac:spMkLst>
            <pc:docMk/>
            <pc:sldMk cId="1300875742" sldId="2990"/>
            <ac:spMk id="7" creationId="{098B3BC4-54EF-41AF-855E-5709EC4F2206}"/>
          </ac:spMkLst>
        </pc:spChg>
        <pc:picChg chg="mod">
          <ac:chgData name="박동규" userId="cebcdd3f-733e-4af1-b963-9742717e494c" providerId="ADAL" clId="{E4212DA7-45D6-44BA-850F-520819CE36D3}" dt="2021-11-04T00:46:32.773" v="36" actId="1076"/>
          <ac:picMkLst>
            <pc:docMk/>
            <pc:sldMk cId="1300875742" sldId="2990"/>
            <ac:picMk id="11" creationId="{F91E95F0-09BC-478D-9A29-E50FF90834BF}"/>
          </ac:picMkLst>
        </pc:picChg>
      </pc:sldChg>
      <pc:sldChg chg="modSp mod">
        <pc:chgData name="박동규" userId="cebcdd3f-733e-4af1-b963-9742717e494c" providerId="ADAL" clId="{E4212DA7-45D6-44BA-850F-520819CE36D3}" dt="2021-11-04T00:50:07.051" v="37"/>
        <pc:sldMkLst>
          <pc:docMk/>
          <pc:sldMk cId="3397613258" sldId="2992"/>
        </pc:sldMkLst>
        <pc:spChg chg="mod">
          <ac:chgData name="박동규" userId="cebcdd3f-733e-4af1-b963-9742717e494c" providerId="ADAL" clId="{E4212DA7-45D6-44BA-850F-520819CE36D3}" dt="2021-11-04T00:50:07.051" v="37"/>
          <ac:spMkLst>
            <pc:docMk/>
            <pc:sldMk cId="3397613258" sldId="2992"/>
            <ac:spMk id="7" creationId="{098B3BC4-54EF-41AF-855E-5709EC4F2206}"/>
          </ac:spMkLst>
        </pc:spChg>
      </pc:sldChg>
      <pc:sldChg chg="modSp mod">
        <pc:chgData name="박동규" userId="cebcdd3f-733e-4af1-b963-9742717e494c" providerId="ADAL" clId="{E4212DA7-45D6-44BA-850F-520819CE36D3}" dt="2021-11-04T01:08:16.306" v="55"/>
        <pc:sldMkLst>
          <pc:docMk/>
          <pc:sldMk cId="2908122821" sldId="2994"/>
        </pc:sldMkLst>
        <pc:spChg chg="mod">
          <ac:chgData name="박동규" userId="cebcdd3f-733e-4af1-b963-9742717e494c" providerId="ADAL" clId="{E4212DA7-45D6-44BA-850F-520819CE36D3}" dt="2021-11-04T01:08:16.306" v="55"/>
          <ac:spMkLst>
            <pc:docMk/>
            <pc:sldMk cId="2908122821" sldId="2994"/>
            <ac:spMk id="7" creationId="{098B3BC4-54EF-41AF-855E-5709EC4F2206}"/>
          </ac:spMkLst>
        </pc:spChg>
      </pc:sldChg>
      <pc:sldChg chg="modSp mod">
        <pc:chgData name="박동규" userId="cebcdd3f-733e-4af1-b963-9742717e494c" providerId="ADAL" clId="{E4212DA7-45D6-44BA-850F-520819CE36D3}" dt="2021-11-04T01:10:17.610" v="59" actId="1076"/>
        <pc:sldMkLst>
          <pc:docMk/>
          <pc:sldMk cId="4182535131" sldId="2996"/>
        </pc:sldMkLst>
        <pc:spChg chg="mod">
          <ac:chgData name="박동규" userId="cebcdd3f-733e-4af1-b963-9742717e494c" providerId="ADAL" clId="{E4212DA7-45D6-44BA-850F-520819CE36D3}" dt="2021-11-04T01:10:17.610" v="59" actId="1076"/>
          <ac:spMkLst>
            <pc:docMk/>
            <pc:sldMk cId="4182535131" sldId="2996"/>
            <ac:spMk id="7" creationId="{098B3BC4-54EF-41AF-855E-5709EC4F2206}"/>
          </ac:spMkLst>
        </pc:spChg>
      </pc:sldChg>
      <pc:sldChg chg="modSp mod">
        <pc:chgData name="박동규" userId="cebcdd3f-733e-4af1-b963-9742717e494c" providerId="ADAL" clId="{E4212DA7-45D6-44BA-850F-520819CE36D3}" dt="2021-11-04T01:17:39.650" v="80" actId="1036"/>
        <pc:sldMkLst>
          <pc:docMk/>
          <pc:sldMk cId="2246439665" sldId="2998"/>
        </pc:sldMkLst>
        <pc:spChg chg="mod">
          <ac:chgData name="박동규" userId="cebcdd3f-733e-4af1-b963-9742717e494c" providerId="ADAL" clId="{E4212DA7-45D6-44BA-850F-520819CE36D3}" dt="2021-11-04T01:17:33.628" v="61"/>
          <ac:spMkLst>
            <pc:docMk/>
            <pc:sldMk cId="2246439665" sldId="2998"/>
            <ac:spMk id="7" creationId="{098B3BC4-54EF-41AF-855E-5709EC4F2206}"/>
          </ac:spMkLst>
        </pc:spChg>
        <pc:picChg chg="mod">
          <ac:chgData name="박동규" userId="cebcdd3f-733e-4af1-b963-9742717e494c" providerId="ADAL" clId="{E4212DA7-45D6-44BA-850F-520819CE36D3}" dt="2021-11-04T01:17:39.650" v="80" actId="1036"/>
          <ac:picMkLst>
            <pc:docMk/>
            <pc:sldMk cId="2246439665" sldId="2998"/>
            <ac:picMk id="3" creationId="{97F44354-7771-467A-B484-74164DA3487F}"/>
          </ac:picMkLst>
        </pc:picChg>
        <pc:picChg chg="mod">
          <ac:chgData name="박동규" userId="cebcdd3f-733e-4af1-b963-9742717e494c" providerId="ADAL" clId="{E4212DA7-45D6-44BA-850F-520819CE36D3}" dt="2021-11-04T01:17:39.650" v="80" actId="1036"/>
          <ac:picMkLst>
            <pc:docMk/>
            <pc:sldMk cId="2246439665" sldId="2998"/>
            <ac:picMk id="5" creationId="{2EF826B5-F853-4981-9F8F-4E869A158357}"/>
          </ac:picMkLst>
        </pc:picChg>
      </pc:sldChg>
      <pc:sldChg chg="modSp mod">
        <pc:chgData name="박동규" userId="cebcdd3f-733e-4af1-b963-9742717e494c" providerId="ADAL" clId="{E4212DA7-45D6-44BA-850F-520819CE36D3}" dt="2021-11-04T01:34:08.278" v="89" actId="1035"/>
        <pc:sldMkLst>
          <pc:docMk/>
          <pc:sldMk cId="3128447954" sldId="3001"/>
        </pc:sldMkLst>
        <pc:spChg chg="mod">
          <ac:chgData name="박동규" userId="cebcdd3f-733e-4af1-b963-9742717e494c" providerId="ADAL" clId="{E4212DA7-45D6-44BA-850F-520819CE36D3}" dt="2021-11-04T01:34:08.278" v="89" actId="1035"/>
          <ac:spMkLst>
            <pc:docMk/>
            <pc:sldMk cId="3128447954" sldId="3001"/>
            <ac:spMk id="7" creationId="{098B3BC4-54EF-41AF-855E-5709EC4F2206}"/>
          </ac:spMkLst>
        </pc:spChg>
      </pc:sldChg>
      <pc:sldChg chg="modSp mod">
        <pc:chgData name="박동규" userId="cebcdd3f-733e-4af1-b963-9742717e494c" providerId="ADAL" clId="{E4212DA7-45D6-44BA-850F-520819CE36D3}" dt="2021-11-04T01:35:59.888" v="91" actId="1076"/>
        <pc:sldMkLst>
          <pc:docMk/>
          <pc:sldMk cId="2334632377" sldId="3004"/>
        </pc:sldMkLst>
        <pc:spChg chg="mod">
          <ac:chgData name="박동규" userId="cebcdd3f-733e-4af1-b963-9742717e494c" providerId="ADAL" clId="{E4212DA7-45D6-44BA-850F-520819CE36D3}" dt="2021-11-04T01:35:55.948" v="90"/>
          <ac:spMkLst>
            <pc:docMk/>
            <pc:sldMk cId="2334632377" sldId="3004"/>
            <ac:spMk id="7" creationId="{098B3BC4-54EF-41AF-855E-5709EC4F2206}"/>
          </ac:spMkLst>
        </pc:spChg>
        <pc:picChg chg="mod">
          <ac:chgData name="박동규" userId="cebcdd3f-733e-4af1-b963-9742717e494c" providerId="ADAL" clId="{E4212DA7-45D6-44BA-850F-520819CE36D3}" dt="2021-11-04T01:35:59.888" v="91" actId="1076"/>
          <ac:picMkLst>
            <pc:docMk/>
            <pc:sldMk cId="2334632377" sldId="3004"/>
            <ac:picMk id="3" creationId="{0B82A508-C231-4551-9676-020402CAA4F7}"/>
          </ac:picMkLst>
        </pc:picChg>
      </pc:sldChg>
      <pc:sldChg chg="modSp mod">
        <pc:chgData name="박동규" userId="cebcdd3f-733e-4af1-b963-9742717e494c" providerId="ADAL" clId="{E4212DA7-45D6-44BA-850F-520819CE36D3}" dt="2021-11-04T01:40:08.200" v="97"/>
        <pc:sldMkLst>
          <pc:docMk/>
          <pc:sldMk cId="3370622175" sldId="3010"/>
        </pc:sldMkLst>
        <pc:spChg chg="mod">
          <ac:chgData name="박동규" userId="cebcdd3f-733e-4af1-b963-9742717e494c" providerId="ADAL" clId="{E4212DA7-45D6-44BA-850F-520819CE36D3}" dt="2021-11-04T01:40:08.200" v="97"/>
          <ac:spMkLst>
            <pc:docMk/>
            <pc:sldMk cId="3370622175" sldId="3010"/>
            <ac:spMk id="7" creationId="{098B3BC4-54EF-41AF-855E-5709EC4F2206}"/>
          </ac:spMkLst>
        </pc:spChg>
      </pc:sldChg>
      <pc:sldChg chg="modSp mod">
        <pc:chgData name="박동규" userId="cebcdd3f-733e-4af1-b963-9742717e494c" providerId="ADAL" clId="{E4212DA7-45D6-44BA-850F-520819CE36D3}" dt="2021-11-04T01:42:39.988" v="99" actId="1076"/>
        <pc:sldMkLst>
          <pc:docMk/>
          <pc:sldMk cId="3788433133" sldId="3013"/>
        </pc:sldMkLst>
        <pc:spChg chg="mod">
          <ac:chgData name="박동규" userId="cebcdd3f-733e-4af1-b963-9742717e494c" providerId="ADAL" clId="{E4212DA7-45D6-44BA-850F-520819CE36D3}" dt="2021-11-04T01:42:39.988" v="99" actId="1076"/>
          <ac:spMkLst>
            <pc:docMk/>
            <pc:sldMk cId="3788433133" sldId="3013"/>
            <ac:spMk id="7" creationId="{098B3BC4-54EF-41AF-855E-5709EC4F2206}"/>
          </ac:spMkLst>
        </pc:spChg>
      </pc:sldChg>
    </pc:docChg>
  </pc:docChgLst>
</pc:chgInfo>
</file>

<file path=ppt/comments/modernComment_BD7_A635D225.xml><?xml version="1.0" encoding="utf-8"?>
<p188:cmLst xmlns:a="http://schemas.openxmlformats.org/drawingml/2006/main" xmlns:r="http://schemas.openxmlformats.org/officeDocument/2006/relationships" xmlns:p188="http://schemas.microsoft.com/office/powerpoint/2018/8/main">
  <p188:cm id="{45A8F5F2-7A3B-43EB-BE82-756BE32C6984}" authorId="{E68DBF29-173B-1EE4-E980-EBF86C79181A}" created="2021-09-22T16:01:10.606">
    <pc:sldMkLst xmlns:pc="http://schemas.microsoft.com/office/powerpoint/2013/main/command">
      <pc:docMk/>
      <pc:sldMk cId="3277173789" sldId="2252"/>
    </pc:sldMkLst>
    <p188:txBody>
      <a:bodyPr/>
      <a:lstStyle/>
      <a:p>
        <a:r>
          <a:rPr lang="en-GB"/>
          <a:t>Just an overall suggestion for this course - putting the important key terms in a different colored font so they do not blend in and get lost within the main text.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5659" cy="496332"/>
          </a:xfrm>
          <a:prstGeom prst="rect">
            <a:avLst/>
          </a:prstGeom>
        </p:spPr>
        <p:txBody>
          <a:bodyPr vert="horz" lIns="91440" tIns="45720" rIns="91440" bIns="45720" rtlCol="0"/>
          <a:lstStyle>
            <a:lvl1pPr algn="l" fontAlgn="auto">
              <a:spcBef>
                <a:spcPts val="0"/>
              </a:spcBef>
              <a:spcAft>
                <a:spcPts val="0"/>
              </a:spcAft>
              <a:defRPr kumimoji="0" sz="1200">
                <a:latin typeface="+mn-lt"/>
                <a:ea typeface="+mn-ea"/>
                <a:cs typeface="+mn-cs"/>
              </a:defRPr>
            </a:lvl1pPr>
          </a:lstStyle>
          <a:p>
            <a:pPr>
              <a:defRPr/>
            </a:pPr>
            <a:endParaRPr lang="ko-KR" altLang="en-US"/>
          </a:p>
        </p:txBody>
      </p:sp>
      <p:sp>
        <p:nvSpPr>
          <p:cNvPr id="3" name="날짜 개체 틀 2"/>
          <p:cNvSpPr>
            <a:spLocks noGrp="1"/>
          </p:cNvSpPr>
          <p:nvPr>
            <p:ph type="dt" idx="1"/>
          </p:nvPr>
        </p:nvSpPr>
        <p:spPr>
          <a:xfrm>
            <a:off x="3850443" y="0"/>
            <a:ext cx="2945659" cy="496332"/>
          </a:xfrm>
          <a:prstGeom prst="rect">
            <a:avLst/>
          </a:prstGeom>
        </p:spPr>
        <p:txBody>
          <a:bodyPr vert="horz" lIns="91440" tIns="45720" rIns="91440" bIns="45720" rtlCol="0"/>
          <a:lstStyle>
            <a:lvl1pPr algn="r" fontAlgn="auto">
              <a:spcBef>
                <a:spcPts val="0"/>
              </a:spcBef>
              <a:spcAft>
                <a:spcPts val="0"/>
              </a:spcAft>
              <a:defRPr kumimoji="0" sz="1200">
                <a:latin typeface="+mn-lt"/>
                <a:ea typeface="+mn-ea"/>
                <a:cs typeface="+mn-cs"/>
              </a:defRPr>
            </a:lvl1pPr>
          </a:lstStyle>
          <a:p>
            <a:pPr>
              <a:defRPr/>
            </a:pPr>
            <a:fld id="{AE4902DF-A078-44AD-8D07-985A76E39BC0}" type="datetimeFigureOut">
              <a:rPr lang="ko-KR" altLang="en-US"/>
              <a:pPr>
                <a:defRPr/>
              </a:pPr>
              <a:t>2023-08-30</a:t>
            </a:fld>
            <a:endParaRPr lang="ko-KR" altLang="en-US"/>
          </a:p>
        </p:txBody>
      </p:sp>
      <p:sp>
        <p:nvSpPr>
          <p:cNvPr id="4" name="슬라이드 이미지 개체 틀 3"/>
          <p:cNvSpPr>
            <a:spLocks noGrp="1" noRot="1" noChangeAspect="1"/>
          </p:cNvSpPr>
          <p:nvPr>
            <p:ph type="sldImg" idx="2"/>
          </p:nvPr>
        </p:nvSpPr>
        <p:spPr>
          <a:xfrm>
            <a:off x="711200" y="744538"/>
            <a:ext cx="5375275" cy="3722687"/>
          </a:xfrm>
          <a:prstGeom prst="rect">
            <a:avLst/>
          </a:prstGeom>
          <a:noFill/>
          <a:ln w="12700">
            <a:solidFill>
              <a:prstClr val="black"/>
            </a:solidFill>
          </a:ln>
        </p:spPr>
        <p:txBody>
          <a:bodyPr vert="horz" lIns="91440" tIns="45720" rIns="91440" bIns="45720" rtlCol="0" anchor="ctr"/>
          <a:lstStyle/>
          <a:p>
            <a:pPr lvl="0"/>
            <a:endParaRPr lang="ko-KR" altLang="en-US" noProof="0"/>
          </a:p>
        </p:txBody>
      </p:sp>
      <p:sp>
        <p:nvSpPr>
          <p:cNvPr id="5" name="슬라이드 노트 개체 틀 4"/>
          <p:cNvSpPr>
            <a:spLocks noGrp="1"/>
          </p:cNvSpPr>
          <p:nvPr>
            <p:ph type="body" sz="quarter" idx="3"/>
          </p:nvPr>
        </p:nvSpPr>
        <p:spPr>
          <a:xfrm>
            <a:off x="679768" y="4715153"/>
            <a:ext cx="5438140" cy="4466987"/>
          </a:xfrm>
          <a:prstGeom prst="rect">
            <a:avLst/>
          </a:prstGeom>
        </p:spPr>
        <p:txBody>
          <a:bodyPr vert="horz" lIns="91440" tIns="45720" rIns="91440" bIns="45720" rtlCol="0">
            <a:normAutofit/>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6" name="바닥글 개체 틀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fontAlgn="auto">
              <a:spcBef>
                <a:spcPts val="0"/>
              </a:spcBef>
              <a:spcAft>
                <a:spcPts val="0"/>
              </a:spcAft>
              <a:defRPr kumimoji="0" sz="1200">
                <a:latin typeface="+mn-lt"/>
                <a:ea typeface="+mn-ea"/>
                <a:cs typeface="+mn-cs"/>
              </a:defRPr>
            </a:lvl1pPr>
          </a:lstStyle>
          <a:p>
            <a:pPr>
              <a:defRPr/>
            </a:pPr>
            <a:endParaRPr lang="ko-KR" altLang="en-US"/>
          </a:p>
        </p:txBody>
      </p:sp>
      <p:sp>
        <p:nvSpPr>
          <p:cNvPr id="7" name="슬라이드 번호 개체 틀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fontAlgn="auto">
              <a:spcBef>
                <a:spcPts val="0"/>
              </a:spcBef>
              <a:spcAft>
                <a:spcPts val="0"/>
              </a:spcAft>
              <a:defRPr kumimoji="0" sz="1200">
                <a:latin typeface="+mn-lt"/>
                <a:ea typeface="+mn-ea"/>
                <a:cs typeface="+mn-cs"/>
              </a:defRPr>
            </a:lvl1pPr>
          </a:lstStyle>
          <a:p>
            <a:pPr>
              <a:defRPr/>
            </a:pPr>
            <a:fld id="{FADF23B2-3342-4405-8E32-027ADF311D3F}" type="slidenum">
              <a:rPr lang="ko-KR" altLang="en-US"/>
              <a:pPr>
                <a:defRPr/>
              </a:pPr>
              <a:t>‹#›</a:t>
            </a:fld>
            <a:endParaRPr lang="ko-KR" altLang="en-US"/>
          </a:p>
        </p:txBody>
      </p:sp>
    </p:spTree>
    <p:extLst>
      <p:ext uri="{BB962C8B-B14F-4D97-AF65-F5344CB8AC3E}">
        <p14:creationId xmlns:p14="http://schemas.microsoft.com/office/powerpoint/2010/main" val="3134890290"/>
      </p:ext>
    </p:extLst>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sz="1200" kern="1200">
        <a:solidFill>
          <a:schemeClr val="tx1"/>
        </a:solidFill>
        <a:latin typeface="+mn-lt"/>
        <a:ea typeface="+mn-ea"/>
        <a:cs typeface="맑은 고딕"/>
      </a:defRPr>
    </a:lvl1pPr>
    <a:lvl2pPr marL="457200" algn="l" rtl="0" eaLnBrk="0" fontAlgn="base" latinLnBrk="1" hangingPunct="0">
      <a:spcBef>
        <a:spcPct val="30000"/>
      </a:spcBef>
      <a:spcAft>
        <a:spcPct val="0"/>
      </a:spcAft>
      <a:defRPr sz="1200" kern="1200">
        <a:solidFill>
          <a:schemeClr val="tx1"/>
        </a:solidFill>
        <a:latin typeface="+mn-lt"/>
        <a:ea typeface="+mn-ea"/>
        <a:cs typeface="맑은 고딕"/>
      </a:defRPr>
    </a:lvl2pPr>
    <a:lvl3pPr marL="914400" algn="l" rtl="0" eaLnBrk="0" fontAlgn="base" latinLnBrk="1" hangingPunct="0">
      <a:spcBef>
        <a:spcPct val="30000"/>
      </a:spcBef>
      <a:spcAft>
        <a:spcPct val="0"/>
      </a:spcAft>
      <a:defRPr sz="1200" kern="1200">
        <a:solidFill>
          <a:schemeClr val="tx1"/>
        </a:solidFill>
        <a:latin typeface="+mn-lt"/>
        <a:ea typeface="+mn-ea"/>
        <a:cs typeface="맑은 고딕"/>
      </a:defRPr>
    </a:lvl3pPr>
    <a:lvl4pPr marL="1371600" algn="l" rtl="0" eaLnBrk="0" fontAlgn="base" latinLnBrk="1" hangingPunct="0">
      <a:spcBef>
        <a:spcPct val="30000"/>
      </a:spcBef>
      <a:spcAft>
        <a:spcPct val="0"/>
      </a:spcAft>
      <a:defRPr sz="1200" kern="1200">
        <a:solidFill>
          <a:schemeClr val="tx1"/>
        </a:solidFill>
        <a:latin typeface="+mn-lt"/>
        <a:ea typeface="+mn-ea"/>
        <a:cs typeface="맑은 고딕"/>
      </a:defRPr>
    </a:lvl4pPr>
    <a:lvl5pPr marL="1828800" algn="l" rtl="0" eaLnBrk="0" fontAlgn="base" latinLnBrk="1" hangingPunct="0">
      <a:spcBef>
        <a:spcPct val="30000"/>
      </a:spcBef>
      <a:spcAft>
        <a:spcPct val="0"/>
      </a:spcAft>
      <a:defRPr sz="1200" kern="1200">
        <a:solidFill>
          <a:schemeClr val="tx1"/>
        </a:solidFill>
        <a:latin typeface="+mn-lt"/>
        <a:ea typeface="+mn-ea"/>
        <a:cs typeface="맑은 고딕"/>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82563" y="539750"/>
            <a:ext cx="6527800" cy="4521200"/>
          </a:xfrm>
        </p:spPr>
      </p:sp>
      <p:sp>
        <p:nvSpPr>
          <p:cNvPr id="3" name="슬라이드 노트 개체 틀 2"/>
          <p:cNvSpPr>
            <a:spLocks noGrp="1"/>
          </p:cNvSpPr>
          <p:nvPr>
            <p:ph type="body" idx="1"/>
          </p:nvPr>
        </p:nvSpPr>
        <p:spPr>
          <a:xfrm>
            <a:off x="679768" y="5376929"/>
            <a:ext cx="5438140" cy="3805211"/>
          </a:xfrm>
        </p:spPr>
        <p:txBody>
          <a:bodyPr/>
          <a:lstStyle/>
          <a:p>
            <a:endParaRPr lang="ko-KR" altLang="en-US" dirty="0"/>
          </a:p>
        </p:txBody>
      </p:sp>
      <p:sp>
        <p:nvSpPr>
          <p:cNvPr id="4" name="슬라이드 번호 개체 틀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F0BCE-8842-48BB-B417-565C32B10224}" type="slidenum">
              <a:rPr kumimoji="0" lang="ko-KR" altLang="en-US" sz="1300" b="0" i="0" u="none" strike="noStrike" kern="1200" cap="none" spc="0" normalizeH="0" baseline="0" noProof="0" smtClean="0">
                <a:ln>
                  <a:noFill/>
                </a:ln>
                <a:solidFill>
                  <a:prstClr val="black"/>
                </a:solidFill>
                <a:effectLst/>
                <a:uLnTx/>
                <a:uFillTx/>
                <a:latin typeface="SamsungOne-400" panose="020B0503030303020204" pitchFamily="34" charset="0"/>
                <a:ea typeface="맑은 고딕" panose="020B0503020000020004" pitchFamily="50" charset="-127"/>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ko-KR" altLang="en-US" sz="1300" b="0" i="0" u="none" strike="noStrike" kern="1200" cap="none" spc="0" normalizeH="0" baseline="0" noProof="0" dirty="0">
              <a:ln>
                <a:noFill/>
              </a:ln>
              <a:solidFill>
                <a:prstClr val="black"/>
              </a:solidFill>
              <a:effectLst/>
              <a:uLnTx/>
              <a:uFillTx/>
              <a:latin typeface="SamsungOne-400" panose="020B0503030303020204" pitchFamily="34" charset="0"/>
              <a:ea typeface="맑은 고딕" panose="020B0503020000020004" pitchFamily="50" charset="-127"/>
              <a:cs typeface="+mn-cs"/>
            </a:endParaRPr>
          </a:p>
        </p:txBody>
      </p:sp>
    </p:spTree>
    <p:extLst>
      <p:ext uri="{BB962C8B-B14F-4D97-AF65-F5344CB8AC3E}">
        <p14:creationId xmlns:p14="http://schemas.microsoft.com/office/powerpoint/2010/main" val="15544728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pPr>
              <a:defRPr/>
            </a:pPr>
            <a:fld id="{FADF23B2-3342-4405-8E32-027ADF311D3F}" type="slidenum">
              <a:rPr lang="ko-KR" altLang="en-US" smtClean="0"/>
              <a:pPr>
                <a:defRPr/>
              </a:pPr>
              <a:t>2</a:t>
            </a:fld>
            <a:endParaRPr lang="ko-KR" altLang="en-US" dirty="0"/>
          </a:p>
        </p:txBody>
      </p:sp>
    </p:spTree>
    <p:extLst>
      <p:ext uri="{BB962C8B-B14F-4D97-AF65-F5344CB8AC3E}">
        <p14:creationId xmlns:p14="http://schemas.microsoft.com/office/powerpoint/2010/main" val="19330293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dirty="0"/>
          </a:p>
        </p:txBody>
      </p:sp>
      <p:sp>
        <p:nvSpPr>
          <p:cNvPr id="4" name="Slide Number Placeholder 3"/>
          <p:cNvSpPr>
            <a:spLocks noGrp="1"/>
          </p:cNvSpPr>
          <p:nvPr>
            <p:ph type="sldNum" sz="quarter" idx="10"/>
          </p:nvPr>
        </p:nvSpPr>
        <p:spPr/>
        <p:txBody>
          <a:bodyPr/>
          <a:lstStyle/>
          <a:p>
            <a:pPr>
              <a:defRPr/>
            </a:pPr>
            <a:fld id="{FADF23B2-3342-4405-8E32-027ADF311D3F}" type="slidenum">
              <a:rPr lang="ko-KR" altLang="en-US" smtClean="0"/>
              <a:pPr>
                <a:defRPr/>
              </a:pPr>
              <a:t>3</a:t>
            </a:fld>
            <a:endParaRPr lang="ko-KR" altLang="en-US"/>
          </a:p>
        </p:txBody>
      </p:sp>
    </p:spTree>
    <p:extLst>
      <p:ext uri="{BB962C8B-B14F-4D97-AF65-F5344CB8AC3E}">
        <p14:creationId xmlns:p14="http://schemas.microsoft.com/office/powerpoint/2010/main" val="27512431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dirty="0"/>
          </a:p>
        </p:txBody>
      </p:sp>
      <p:sp>
        <p:nvSpPr>
          <p:cNvPr id="4" name="Slide Number Placeholder 3"/>
          <p:cNvSpPr>
            <a:spLocks noGrp="1"/>
          </p:cNvSpPr>
          <p:nvPr>
            <p:ph type="sldNum" sz="quarter" idx="10"/>
          </p:nvPr>
        </p:nvSpPr>
        <p:spPr/>
        <p:txBody>
          <a:bodyPr/>
          <a:lstStyle/>
          <a:p>
            <a:pPr>
              <a:defRPr/>
            </a:pPr>
            <a:fld id="{FADF23B2-3342-4405-8E32-027ADF311D3F}" type="slidenum">
              <a:rPr lang="ko-KR" altLang="en-US" smtClean="0"/>
              <a:pPr>
                <a:defRPr/>
              </a:pPr>
              <a:t>4</a:t>
            </a:fld>
            <a:endParaRPr lang="ko-KR" altLang="en-US"/>
          </a:p>
        </p:txBody>
      </p:sp>
    </p:spTree>
    <p:extLst>
      <p:ext uri="{BB962C8B-B14F-4D97-AF65-F5344CB8AC3E}">
        <p14:creationId xmlns:p14="http://schemas.microsoft.com/office/powerpoint/2010/main" val="27708566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dirty="0"/>
          </a:p>
        </p:txBody>
      </p:sp>
      <p:sp>
        <p:nvSpPr>
          <p:cNvPr id="4" name="Slide Number Placeholder 3"/>
          <p:cNvSpPr>
            <a:spLocks noGrp="1"/>
          </p:cNvSpPr>
          <p:nvPr>
            <p:ph type="sldNum" sz="quarter" idx="10"/>
          </p:nvPr>
        </p:nvSpPr>
        <p:spPr/>
        <p:txBody>
          <a:bodyPr/>
          <a:lstStyle/>
          <a:p>
            <a:pPr>
              <a:defRPr/>
            </a:pPr>
            <a:fld id="{FADF23B2-3342-4405-8E32-027ADF311D3F}" type="slidenum">
              <a:rPr lang="ko-KR" altLang="en-US" smtClean="0"/>
              <a:pPr>
                <a:defRPr/>
              </a:pPr>
              <a:t>5</a:t>
            </a:fld>
            <a:endParaRPr lang="ko-KR" altLang="en-US"/>
          </a:p>
        </p:txBody>
      </p:sp>
    </p:spTree>
    <p:extLst>
      <p:ext uri="{BB962C8B-B14F-4D97-AF65-F5344CB8AC3E}">
        <p14:creationId xmlns:p14="http://schemas.microsoft.com/office/powerpoint/2010/main" val="27281272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dirty="0"/>
          </a:p>
        </p:txBody>
      </p:sp>
      <p:sp>
        <p:nvSpPr>
          <p:cNvPr id="4" name="Slide Number Placeholder 3"/>
          <p:cNvSpPr>
            <a:spLocks noGrp="1"/>
          </p:cNvSpPr>
          <p:nvPr>
            <p:ph type="sldNum" sz="quarter" idx="10"/>
          </p:nvPr>
        </p:nvSpPr>
        <p:spPr/>
        <p:txBody>
          <a:bodyPr/>
          <a:lstStyle/>
          <a:p>
            <a:pPr>
              <a:defRPr/>
            </a:pPr>
            <a:fld id="{FADF23B2-3342-4405-8E32-027ADF311D3F}" type="slidenum">
              <a:rPr lang="ko-KR" altLang="en-US" smtClean="0"/>
              <a:pPr>
                <a:defRPr/>
              </a:pPr>
              <a:t>6</a:t>
            </a:fld>
            <a:endParaRPr lang="ko-KR" altLang="en-US"/>
          </a:p>
        </p:txBody>
      </p:sp>
    </p:spTree>
    <p:extLst>
      <p:ext uri="{BB962C8B-B14F-4D97-AF65-F5344CB8AC3E}">
        <p14:creationId xmlns:p14="http://schemas.microsoft.com/office/powerpoint/2010/main" val="13279107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cxnSp>
        <p:nvCxnSpPr>
          <p:cNvPr id="12" name="직선 연결선 11">
            <a:extLst>
              <a:ext uri="{FF2B5EF4-FFF2-40B4-BE49-F238E27FC236}">
                <a16:creationId xmlns:a16="http://schemas.microsoft.com/office/drawing/2014/main" xmlns=""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5" name="슬라이드 번호 개체 틀 15">
            <a:extLst>
              <a:ext uri="{FF2B5EF4-FFF2-40B4-BE49-F238E27FC236}">
                <a16:creationId xmlns:a16="http://schemas.microsoft.com/office/drawing/2014/main" xmlns="" id="{CCEC8F59-794B-4743-A6D7-1BC9720006CB}"/>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spTree>
    <p:extLst>
      <p:ext uri="{BB962C8B-B14F-4D97-AF65-F5344CB8AC3E}">
        <p14:creationId xmlns:p14="http://schemas.microsoft.com/office/powerpoint/2010/main" val="2379487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able of Contents2">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cxnSp>
        <p:nvCxnSpPr>
          <p:cNvPr id="12" name="직선 연결선 11">
            <a:extLst>
              <a:ext uri="{FF2B5EF4-FFF2-40B4-BE49-F238E27FC236}">
                <a16:creationId xmlns:a16="http://schemas.microsoft.com/office/drawing/2014/main" xmlns=""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Tree>
    <p:extLst>
      <p:ext uri="{BB962C8B-B14F-4D97-AF65-F5344CB8AC3E}">
        <p14:creationId xmlns:p14="http://schemas.microsoft.com/office/powerpoint/2010/main" val="3078321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able of Contents">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cxnSp>
        <p:nvCxnSpPr>
          <p:cNvPr id="12" name="직선 연결선 11">
            <a:extLst>
              <a:ext uri="{FF2B5EF4-FFF2-40B4-BE49-F238E27FC236}">
                <a16:creationId xmlns:a16="http://schemas.microsoft.com/office/drawing/2014/main" xmlns=""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5" name="슬라이드 번호 개체 틀 15">
            <a:extLst>
              <a:ext uri="{FF2B5EF4-FFF2-40B4-BE49-F238E27FC236}">
                <a16:creationId xmlns:a16="http://schemas.microsoft.com/office/drawing/2014/main" xmlns="" id="{CCEC8F59-794B-4743-A6D7-1BC9720006CB}"/>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spTree>
    <p:extLst>
      <p:ext uri="{BB962C8B-B14F-4D97-AF65-F5344CB8AC3E}">
        <p14:creationId xmlns:p14="http://schemas.microsoft.com/office/powerpoint/2010/main" val="2314354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able of Contents">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cxnSp>
        <p:nvCxnSpPr>
          <p:cNvPr id="12" name="직선 연결선 11">
            <a:extLst>
              <a:ext uri="{FF2B5EF4-FFF2-40B4-BE49-F238E27FC236}">
                <a16:creationId xmlns:a16="http://schemas.microsoft.com/office/drawing/2014/main" xmlns=""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5" name="슬라이드 번호 개체 틀 15">
            <a:extLst>
              <a:ext uri="{FF2B5EF4-FFF2-40B4-BE49-F238E27FC236}">
                <a16:creationId xmlns:a16="http://schemas.microsoft.com/office/drawing/2014/main" xmlns="" id="{CCEC8F59-794B-4743-A6D7-1BC9720006CB}"/>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spTree>
    <p:extLst>
      <p:ext uri="{BB962C8B-B14F-4D97-AF65-F5344CB8AC3E}">
        <p14:creationId xmlns:p14="http://schemas.microsoft.com/office/powerpoint/2010/main" val="3521214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able of Contents">
    <p:spTree>
      <p:nvGrpSpPr>
        <p:cNvPr id="1" name=""/>
        <p:cNvGrpSpPr/>
        <p:nvPr/>
      </p:nvGrpSpPr>
      <p:grpSpPr>
        <a:xfrm>
          <a:off x="0" y="0"/>
          <a:ext cx="0" cy="0"/>
          <a:chOff x="0" y="0"/>
          <a:chExt cx="0" cy="0"/>
        </a:xfrm>
      </p:grpSpPr>
      <p:sp>
        <p:nvSpPr>
          <p:cNvPr id="9"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1"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2" name="슬라이드 번호 개체 틀 15">
            <a:extLst>
              <a:ext uri="{FF2B5EF4-FFF2-40B4-BE49-F238E27FC236}">
                <a16:creationId xmlns:a16="http://schemas.microsoft.com/office/drawing/2014/main" xmlns="" id="{CCEC8F59-794B-4743-A6D7-1BC9720006CB}"/>
              </a:ext>
            </a:extLst>
          </p:cNvPr>
          <p:cNvSpPr txBox="1">
            <a:spLocks/>
          </p:cNvSpPr>
          <p:nvPr userDrawn="1"/>
        </p:nvSpPr>
        <p:spPr>
          <a:xfrm>
            <a:off x="6301740" y="6498000"/>
            <a:ext cx="2897567"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5. Algorithm 2 - Sorting Algorithms</a:t>
            </a:r>
          </a:p>
        </p:txBody>
      </p:sp>
      <p:grpSp>
        <p:nvGrpSpPr>
          <p:cNvPr id="15" name="Group 14"/>
          <p:cNvGrpSpPr/>
          <p:nvPr userDrawn="1"/>
        </p:nvGrpSpPr>
        <p:grpSpPr>
          <a:xfrm>
            <a:off x="0" y="0"/>
            <a:ext cx="9906000" cy="1065598"/>
            <a:chOff x="0" y="0"/>
            <a:chExt cx="9906000" cy="1065598"/>
          </a:xfrm>
        </p:grpSpPr>
        <p:sp>
          <p:nvSpPr>
            <p:cNvPr id="16" name="직사각형 9">
              <a:extLst>
                <a:ext uri="{FF2B5EF4-FFF2-40B4-BE49-F238E27FC236}">
                  <a16:creationId xmlns:a16="http://schemas.microsoft.com/office/drawing/2014/main" xmlns="" id="{85CF76A4-51CF-4D05-A1A1-2F9ED08538A3}"/>
                </a:ext>
              </a:extLst>
            </p:cNvPr>
            <p:cNvSpPr/>
            <p:nvPr userDrawn="1"/>
          </p:nvSpPr>
          <p:spPr>
            <a:xfrm>
              <a:off x="0" y="788600"/>
              <a:ext cx="9906000" cy="276998"/>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 name="직사각형 7">
              <a:extLst>
                <a:ext uri="{FF2B5EF4-FFF2-40B4-BE49-F238E27FC236}">
                  <a16:creationId xmlns:a16="http://schemas.microsoft.com/office/drawing/2014/main" xmlns="" id="{B99AF68C-BDD5-4210-9E4D-B73D0E1AF2BC}"/>
                </a:ext>
              </a:extLst>
            </p:cNvPr>
            <p:cNvSpPr/>
            <p:nvPr userDrawn="1"/>
          </p:nvSpPr>
          <p:spPr>
            <a:xfrm>
              <a:off x="0" y="0"/>
              <a:ext cx="9906000" cy="927100"/>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8" name="직사각형 12">
            <a:extLst>
              <a:ext uri="{FF2B5EF4-FFF2-40B4-BE49-F238E27FC236}">
                <a16:creationId xmlns:a16="http://schemas.microsoft.com/office/drawing/2014/main" xmlns="" id="{0A64BE7C-F3B5-4888-85C4-EA7B77D9A3D7}"/>
              </a:ext>
            </a:extLst>
          </p:cNvPr>
          <p:cNvSpPr/>
          <p:nvPr userDrawn="1"/>
        </p:nvSpPr>
        <p:spPr>
          <a:xfrm>
            <a:off x="449612" y="523712"/>
            <a:ext cx="1784001" cy="246221"/>
          </a:xfrm>
          <a:prstGeom prst="rect">
            <a:avLst/>
          </a:prstGeom>
        </p:spPr>
        <p:txBody>
          <a:bodyPr wrap="square" lIns="0" tIns="0" rIns="0" bIns="0">
            <a:spAutoFit/>
          </a:bodyPr>
          <a:lstStyle/>
          <a:p>
            <a:pPr defTabSz="457187" latinLnBrk="0">
              <a:defRPr/>
            </a:pPr>
            <a:r>
              <a:rPr lang="en-US" altLang="ko-KR" sz="1600" dirty="0">
                <a:solidFill>
                  <a:schemeClr val="bg1"/>
                </a:solidFill>
                <a:latin typeface="Samsung Sharp Sans Medium" pitchFamily="2" charset="0"/>
                <a:ea typeface="Samsung Sharp Sans Medium" pitchFamily="2" charset="0"/>
                <a:cs typeface="Samsung Sharp Sans Medium" pitchFamily="2" charset="0"/>
              </a:rPr>
              <a:t>Chapter 5 Quiz</a:t>
            </a:r>
          </a:p>
        </p:txBody>
      </p:sp>
    </p:spTree>
    <p:extLst>
      <p:ext uri="{BB962C8B-B14F-4D97-AF65-F5344CB8AC3E}">
        <p14:creationId xmlns:p14="http://schemas.microsoft.com/office/powerpoint/2010/main" val="4171582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more">
    <p:spTree>
      <p:nvGrpSpPr>
        <p:cNvPr id="1" name=""/>
        <p:cNvGrpSpPr/>
        <p:nvPr/>
      </p:nvGrpSpPr>
      <p:grpSpPr>
        <a:xfrm>
          <a:off x="0" y="0"/>
          <a:ext cx="0" cy="0"/>
          <a:chOff x="0" y="0"/>
          <a:chExt cx="0" cy="0"/>
        </a:xfrm>
      </p:grpSpPr>
      <p:grpSp>
        <p:nvGrpSpPr>
          <p:cNvPr id="51" name="그룹 50">
            <a:extLst>
              <a:ext uri="{FF2B5EF4-FFF2-40B4-BE49-F238E27FC236}">
                <a16:creationId xmlns:a16="http://schemas.microsoft.com/office/drawing/2014/main" xmlns="" id="{85278258-AEB2-4213-B5E6-13FC86FAB418}"/>
              </a:ext>
            </a:extLst>
          </p:cNvPr>
          <p:cNvGrpSpPr/>
          <p:nvPr userDrawn="1"/>
        </p:nvGrpSpPr>
        <p:grpSpPr>
          <a:xfrm>
            <a:off x="449612" y="1462227"/>
            <a:ext cx="9003600" cy="4500283"/>
            <a:chOff x="578678" y="1445207"/>
            <a:chExt cx="8748000" cy="4136077"/>
          </a:xfrm>
        </p:grpSpPr>
        <p:sp>
          <p:nvSpPr>
            <p:cNvPr id="52" name="직사각형 51">
              <a:extLst>
                <a:ext uri="{FF2B5EF4-FFF2-40B4-BE49-F238E27FC236}">
                  <a16:creationId xmlns:a16="http://schemas.microsoft.com/office/drawing/2014/main" xmlns="" id="{8AE44DED-1433-4AE2-91CF-6B4CC836C247}"/>
                </a:ext>
              </a:extLst>
            </p:cNvPr>
            <p:cNvSpPr/>
            <p:nvPr userDrawn="1"/>
          </p:nvSpPr>
          <p:spPr>
            <a:xfrm>
              <a:off x="578678" y="2038352"/>
              <a:ext cx="8748000" cy="3542932"/>
            </a:xfrm>
            <a:prstGeom prst="rect">
              <a:avLst/>
            </a:prstGeom>
            <a:solidFill>
              <a:srgbClr val="ECEFF6"/>
            </a:solidFill>
            <a:ln w="38100">
              <a:solidFill>
                <a:srgbClr val="0D0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3" name="직사각형 52">
              <a:extLst>
                <a:ext uri="{FF2B5EF4-FFF2-40B4-BE49-F238E27FC236}">
                  <a16:creationId xmlns:a16="http://schemas.microsoft.com/office/drawing/2014/main" xmlns="" id="{16E0A36A-E308-4F66-AC01-5E98B501B58D}"/>
                </a:ext>
              </a:extLst>
            </p:cNvPr>
            <p:cNvSpPr/>
            <p:nvPr userDrawn="1"/>
          </p:nvSpPr>
          <p:spPr>
            <a:xfrm>
              <a:off x="578678" y="1445207"/>
              <a:ext cx="8748000" cy="617940"/>
            </a:xfrm>
            <a:prstGeom prst="rect">
              <a:avLst/>
            </a:prstGeom>
            <a:solidFill>
              <a:srgbClr val="ECEFF6"/>
            </a:solidFill>
            <a:ln w="38100">
              <a:solidFill>
                <a:srgbClr val="0D0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이등변 삼각형 53">
              <a:extLst>
                <a:ext uri="{FF2B5EF4-FFF2-40B4-BE49-F238E27FC236}">
                  <a16:creationId xmlns:a16="http://schemas.microsoft.com/office/drawing/2014/main" xmlns="" id="{1AAE9217-6132-41DE-8B52-1E10CDDAD122}"/>
                </a:ext>
              </a:extLst>
            </p:cNvPr>
            <p:cNvSpPr/>
            <p:nvPr userDrawn="1"/>
          </p:nvSpPr>
          <p:spPr>
            <a:xfrm rot="2700000">
              <a:off x="8915045" y="1573924"/>
              <a:ext cx="396525" cy="198725"/>
            </a:xfrm>
            <a:prstGeom prst="triangle">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7" name="그룹 16">
            <a:extLst>
              <a:ext uri="{FF2B5EF4-FFF2-40B4-BE49-F238E27FC236}">
                <a16:creationId xmlns:a16="http://schemas.microsoft.com/office/drawing/2014/main" xmlns="" id="{8F9D91F2-1DA9-4775-A2F4-3EA836FC8AC8}"/>
              </a:ext>
            </a:extLst>
          </p:cNvPr>
          <p:cNvGrpSpPr/>
          <p:nvPr userDrawn="1"/>
        </p:nvGrpSpPr>
        <p:grpSpPr>
          <a:xfrm>
            <a:off x="0" y="1"/>
            <a:ext cx="9906000" cy="999802"/>
            <a:chOff x="0" y="1"/>
            <a:chExt cx="9906000" cy="999802"/>
          </a:xfrm>
        </p:grpSpPr>
        <p:sp>
          <p:nvSpPr>
            <p:cNvPr id="18" name="직사각형 17">
              <a:extLst>
                <a:ext uri="{FF2B5EF4-FFF2-40B4-BE49-F238E27FC236}">
                  <a16:creationId xmlns:a16="http://schemas.microsoft.com/office/drawing/2014/main" xmlns="" id="{2445BDC7-3EC5-4A98-AB9C-DAF702D163B6}"/>
                </a:ext>
              </a:extLst>
            </p:cNvPr>
            <p:cNvSpPr/>
            <p:nvPr userDrawn="1"/>
          </p:nvSpPr>
          <p:spPr>
            <a:xfrm>
              <a:off x="0" y="619930"/>
              <a:ext cx="9906000" cy="379873"/>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 name="직사각형 18">
              <a:extLst>
                <a:ext uri="{FF2B5EF4-FFF2-40B4-BE49-F238E27FC236}">
                  <a16:creationId xmlns:a16="http://schemas.microsoft.com/office/drawing/2014/main" xmlns="" id="{7C3EF875-C94A-48D5-8A2F-D7E1606943F8}"/>
                </a:ext>
              </a:extLst>
            </p:cNvPr>
            <p:cNvSpPr/>
            <p:nvPr userDrawn="1"/>
          </p:nvSpPr>
          <p:spPr>
            <a:xfrm>
              <a:off x="0" y="1"/>
              <a:ext cx="9906000" cy="87782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cxnSp>
        <p:nvCxnSpPr>
          <p:cNvPr id="20" name="직선 연결선 19">
            <a:extLst>
              <a:ext uri="{FF2B5EF4-FFF2-40B4-BE49-F238E27FC236}">
                <a16:creationId xmlns:a16="http://schemas.microsoft.com/office/drawing/2014/main" xmlns="" id="{F763F9BA-EE85-4466-9F91-463051CFC433}"/>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슬라이드 번호 개체 틀 15">
            <a:extLst>
              <a:ext uri="{FF2B5EF4-FFF2-40B4-BE49-F238E27FC236}">
                <a16:creationId xmlns:a16="http://schemas.microsoft.com/office/drawing/2014/main" xmlns="" id="{83DE29B4-2918-48DA-8AAD-6689F9D9B25F}"/>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22" name="직사각형 7">
            <a:extLst>
              <a:ext uri="{FF2B5EF4-FFF2-40B4-BE49-F238E27FC236}">
                <a16:creationId xmlns:a16="http://schemas.microsoft.com/office/drawing/2014/main" xmlns="" id="{3C9B8629-554D-4DBE-9C51-F645BAD954BC}"/>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23" name="슬라이드 번호 개체 틀 15">
            <a:extLst>
              <a:ext uri="{FF2B5EF4-FFF2-40B4-BE49-F238E27FC236}">
                <a16:creationId xmlns:a16="http://schemas.microsoft.com/office/drawing/2014/main" xmlns="" id="{DC109AF5-9684-4C7C-8609-D82073175524}"/>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grpSp>
        <p:nvGrpSpPr>
          <p:cNvPr id="8" name="그룹 7">
            <a:extLst>
              <a:ext uri="{FF2B5EF4-FFF2-40B4-BE49-F238E27FC236}">
                <a16:creationId xmlns:a16="http://schemas.microsoft.com/office/drawing/2014/main" xmlns="" id="{E8CA0DD3-9254-499A-BE4D-7F93C9791163}"/>
              </a:ext>
            </a:extLst>
          </p:cNvPr>
          <p:cNvGrpSpPr/>
          <p:nvPr userDrawn="1"/>
        </p:nvGrpSpPr>
        <p:grpSpPr>
          <a:xfrm>
            <a:off x="747834" y="2408824"/>
            <a:ext cx="8539600" cy="3303528"/>
            <a:chOff x="747834" y="2129937"/>
            <a:chExt cx="8539600" cy="3303528"/>
          </a:xfrm>
        </p:grpSpPr>
        <p:grpSp>
          <p:nvGrpSpPr>
            <p:cNvPr id="24" name="그룹 23">
              <a:extLst>
                <a:ext uri="{FF2B5EF4-FFF2-40B4-BE49-F238E27FC236}">
                  <a16:creationId xmlns:a16="http://schemas.microsoft.com/office/drawing/2014/main" xmlns="" id="{13D70919-1A43-46D4-9CAD-A2E01D8807D4}"/>
                </a:ext>
              </a:extLst>
            </p:cNvPr>
            <p:cNvGrpSpPr/>
            <p:nvPr userDrawn="1"/>
          </p:nvGrpSpPr>
          <p:grpSpPr>
            <a:xfrm>
              <a:off x="747834" y="2129937"/>
              <a:ext cx="8539600" cy="1267182"/>
              <a:chOff x="805623" y="2423005"/>
              <a:chExt cx="8539600" cy="1267182"/>
            </a:xfrm>
          </p:grpSpPr>
          <p:grpSp>
            <p:nvGrpSpPr>
              <p:cNvPr id="25" name="그룹 24">
                <a:extLst>
                  <a:ext uri="{FF2B5EF4-FFF2-40B4-BE49-F238E27FC236}">
                    <a16:creationId xmlns:a16="http://schemas.microsoft.com/office/drawing/2014/main" xmlns="" id="{57BC89B2-745B-42C0-A2BD-AB73D818DF63}"/>
                  </a:ext>
                </a:extLst>
              </p:cNvPr>
              <p:cNvGrpSpPr/>
              <p:nvPr/>
            </p:nvGrpSpPr>
            <p:grpSpPr>
              <a:xfrm>
                <a:off x="966158" y="2423005"/>
                <a:ext cx="8379065" cy="1267182"/>
                <a:chOff x="1098893" y="2558690"/>
                <a:chExt cx="8379065" cy="1267182"/>
              </a:xfrm>
            </p:grpSpPr>
            <p:sp>
              <p:nvSpPr>
                <p:cNvPr id="27" name="직사각형 26">
                  <a:extLst>
                    <a:ext uri="{FF2B5EF4-FFF2-40B4-BE49-F238E27FC236}">
                      <a16:creationId xmlns:a16="http://schemas.microsoft.com/office/drawing/2014/main" xmlns="" id="{DBE993FE-4059-43C4-BE9B-506F5F93E2AC}"/>
                    </a:ext>
                  </a:extLst>
                </p:cNvPr>
                <p:cNvSpPr/>
                <p:nvPr/>
              </p:nvSpPr>
              <p:spPr>
                <a:xfrm>
                  <a:off x="1098894" y="2558690"/>
                  <a:ext cx="7907946" cy="2073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400" b="1"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Guideline, mechanisms &amp; contingency plan</a:t>
                  </a:r>
                </a:p>
              </p:txBody>
            </p:sp>
            <p:sp>
              <p:nvSpPr>
                <p:cNvPr id="28" name="직사각형 27">
                  <a:extLst>
                    <a:ext uri="{FF2B5EF4-FFF2-40B4-BE49-F238E27FC236}">
                      <a16:creationId xmlns:a16="http://schemas.microsoft.com/office/drawing/2014/main" xmlns="" id="{87DAFBC1-2EB6-4BFD-9C34-0D2CABDD431F}"/>
                    </a:ext>
                  </a:extLst>
                </p:cNvPr>
                <p:cNvSpPr/>
                <p:nvPr/>
              </p:nvSpPr>
              <p:spPr>
                <a:xfrm>
                  <a:off x="1098893" y="2799950"/>
                  <a:ext cx="8379065" cy="10259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Preparing pair programming involves establishing guidelines and mechanisms to help students pair properly and to keep them paired. For example, students should take turns “driving the mouse.” Effective preparation requires contingency plans in case one partner is absent or decides not to participate for one reason or another. In these cases, it is important to make it clear that the active student will not be punished because the pairing did not work well.</a:t>
                  </a:r>
                </a:p>
              </p:txBody>
            </p:sp>
          </p:grpSp>
          <p:sp>
            <p:nvSpPr>
              <p:cNvPr id="26" name="직사각형 25">
                <a:extLst>
                  <a:ext uri="{FF2B5EF4-FFF2-40B4-BE49-F238E27FC236}">
                    <a16:creationId xmlns:a16="http://schemas.microsoft.com/office/drawing/2014/main" xmlns="" id="{7A9CD47E-DFEB-409E-8A3C-002C106D4FF6}"/>
                  </a:ext>
                </a:extLst>
              </p:cNvPr>
              <p:cNvSpPr/>
              <p:nvPr/>
            </p:nvSpPr>
            <p:spPr>
              <a:xfrm>
                <a:off x="805623" y="2439855"/>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latin typeface="SamsungOne-400" panose="020B0503030303020204" pitchFamily="34" charset="0"/>
                </a:endParaRPr>
              </a:p>
            </p:txBody>
          </p:sp>
        </p:grpSp>
        <p:grpSp>
          <p:nvGrpSpPr>
            <p:cNvPr id="30" name="그룹 29">
              <a:extLst>
                <a:ext uri="{FF2B5EF4-FFF2-40B4-BE49-F238E27FC236}">
                  <a16:creationId xmlns:a16="http://schemas.microsoft.com/office/drawing/2014/main" xmlns="" id="{EA101DA7-28A0-4825-8294-91ED14409235}"/>
                </a:ext>
              </a:extLst>
            </p:cNvPr>
            <p:cNvGrpSpPr/>
            <p:nvPr userDrawn="1"/>
          </p:nvGrpSpPr>
          <p:grpSpPr>
            <a:xfrm>
              <a:off x="747834" y="3559917"/>
              <a:ext cx="8539600" cy="1055714"/>
              <a:chOff x="805623" y="3889855"/>
              <a:chExt cx="8539600" cy="1055714"/>
            </a:xfrm>
          </p:grpSpPr>
          <p:grpSp>
            <p:nvGrpSpPr>
              <p:cNvPr id="31" name="그룹 30">
                <a:extLst>
                  <a:ext uri="{FF2B5EF4-FFF2-40B4-BE49-F238E27FC236}">
                    <a16:creationId xmlns:a16="http://schemas.microsoft.com/office/drawing/2014/main" xmlns="" id="{6D52BA93-54E3-4CA4-81A3-AAAA6FD74E74}"/>
                  </a:ext>
                </a:extLst>
              </p:cNvPr>
              <p:cNvGrpSpPr/>
              <p:nvPr/>
            </p:nvGrpSpPr>
            <p:grpSpPr>
              <a:xfrm>
                <a:off x="958539" y="3889855"/>
                <a:ext cx="8386684" cy="1055714"/>
                <a:chOff x="1098894" y="2558690"/>
                <a:chExt cx="8386684" cy="1055714"/>
              </a:xfrm>
            </p:grpSpPr>
            <p:sp>
              <p:nvSpPr>
                <p:cNvPr id="33" name="직사각형 32">
                  <a:extLst>
                    <a:ext uri="{FF2B5EF4-FFF2-40B4-BE49-F238E27FC236}">
                      <a16:creationId xmlns:a16="http://schemas.microsoft.com/office/drawing/2014/main" xmlns="" id="{6A161631-0A23-4125-B4F4-FAA21DADAE31}"/>
                    </a:ext>
                  </a:extLst>
                </p:cNvPr>
                <p:cNvSpPr/>
                <p:nvPr/>
              </p:nvSpPr>
              <p:spPr>
                <a:xfrm>
                  <a:off x="1098894" y="2558690"/>
                  <a:ext cx="7907946" cy="2051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400" b="1"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Pairing similar, not necessarily equal, abilities as partners</a:t>
                  </a:r>
                </a:p>
              </p:txBody>
            </p:sp>
            <p:sp>
              <p:nvSpPr>
                <p:cNvPr id="34" name="직사각형 33">
                  <a:extLst>
                    <a:ext uri="{FF2B5EF4-FFF2-40B4-BE49-F238E27FC236}">
                      <a16:creationId xmlns:a16="http://schemas.microsoft.com/office/drawing/2014/main" xmlns="" id="{A138E381-77DA-4306-A103-3A1DDA69FDFA}"/>
                    </a:ext>
                  </a:extLst>
                </p:cNvPr>
                <p:cNvSpPr/>
                <p:nvPr/>
              </p:nvSpPr>
              <p:spPr>
                <a:xfrm>
                  <a:off x="1098894" y="2799950"/>
                  <a:ext cx="8386684" cy="8144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Pair programming can be effective when students of similar, though not necessarily equal, abilities are paired as partners. Pairing mismatched students often can lead to unbalanced participation. Teachers must emphasize that pair programming is not a “divide-and-conquer” strategy, but rather a true collaborative effort in every endeavor for the entire project. Teachers should avoid pairing very weak students with very strong students.</a:t>
                  </a:r>
                </a:p>
              </p:txBody>
            </p:sp>
          </p:grpSp>
          <p:sp>
            <p:nvSpPr>
              <p:cNvPr id="32" name="직사각형 31">
                <a:extLst>
                  <a:ext uri="{FF2B5EF4-FFF2-40B4-BE49-F238E27FC236}">
                    <a16:creationId xmlns:a16="http://schemas.microsoft.com/office/drawing/2014/main" xmlns="" id="{E4812128-0A26-4117-A6F0-B97B55B1C046}"/>
                  </a:ext>
                </a:extLst>
              </p:cNvPr>
              <p:cNvSpPr/>
              <p:nvPr/>
            </p:nvSpPr>
            <p:spPr>
              <a:xfrm>
                <a:off x="805623" y="3897487"/>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latin typeface="SamsungOne-400" panose="020B0503030303020204" pitchFamily="34" charset="0"/>
                </a:endParaRPr>
              </a:p>
            </p:txBody>
          </p:sp>
        </p:grpSp>
        <p:grpSp>
          <p:nvGrpSpPr>
            <p:cNvPr id="35" name="그룹 34">
              <a:extLst>
                <a:ext uri="{FF2B5EF4-FFF2-40B4-BE49-F238E27FC236}">
                  <a16:creationId xmlns:a16="http://schemas.microsoft.com/office/drawing/2014/main" xmlns="" id="{093BAA16-736E-4E14-ADD4-D0B065F97B84}"/>
                </a:ext>
              </a:extLst>
            </p:cNvPr>
            <p:cNvGrpSpPr/>
            <p:nvPr userDrawn="1"/>
          </p:nvGrpSpPr>
          <p:grpSpPr>
            <a:xfrm>
              <a:off x="747834" y="4781836"/>
              <a:ext cx="8539600" cy="651629"/>
              <a:chOff x="805623" y="5143345"/>
              <a:chExt cx="8539600" cy="651629"/>
            </a:xfrm>
          </p:grpSpPr>
          <p:grpSp>
            <p:nvGrpSpPr>
              <p:cNvPr id="36" name="그룹 35">
                <a:extLst>
                  <a:ext uri="{FF2B5EF4-FFF2-40B4-BE49-F238E27FC236}">
                    <a16:creationId xmlns:a16="http://schemas.microsoft.com/office/drawing/2014/main" xmlns="" id="{D293E823-4052-43C0-BEAE-3C7039D15A90}"/>
                  </a:ext>
                </a:extLst>
              </p:cNvPr>
              <p:cNvGrpSpPr/>
              <p:nvPr/>
            </p:nvGrpSpPr>
            <p:grpSpPr>
              <a:xfrm>
                <a:off x="966159" y="5143345"/>
                <a:ext cx="8379064" cy="651629"/>
                <a:chOff x="1098894" y="2558690"/>
                <a:chExt cx="8379064" cy="651629"/>
              </a:xfrm>
            </p:grpSpPr>
            <p:sp>
              <p:nvSpPr>
                <p:cNvPr id="38" name="직사각형 37">
                  <a:extLst>
                    <a:ext uri="{FF2B5EF4-FFF2-40B4-BE49-F238E27FC236}">
                      <a16:creationId xmlns:a16="http://schemas.microsoft.com/office/drawing/2014/main" xmlns="" id="{65518604-971B-46EE-9C46-B0A61E2C0C76}"/>
                    </a:ext>
                  </a:extLst>
                </p:cNvPr>
                <p:cNvSpPr/>
                <p:nvPr/>
              </p:nvSpPr>
              <p:spPr>
                <a:xfrm>
                  <a:off x="1098894" y="2558690"/>
                  <a:ext cx="7907946" cy="2051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b="1"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Motivate students by offering extra incentives </a:t>
                  </a:r>
                </a:p>
              </p:txBody>
            </p:sp>
            <p:sp>
              <p:nvSpPr>
                <p:cNvPr id="39" name="직사각형 38">
                  <a:extLst>
                    <a:ext uri="{FF2B5EF4-FFF2-40B4-BE49-F238E27FC236}">
                      <a16:creationId xmlns:a16="http://schemas.microsoft.com/office/drawing/2014/main" xmlns="" id="{EAD2FD8D-1FE7-49E5-8A52-6F8FA9CE371A}"/>
                    </a:ext>
                  </a:extLst>
                </p:cNvPr>
                <p:cNvSpPr/>
                <p:nvPr/>
              </p:nvSpPr>
              <p:spPr>
                <a:xfrm>
                  <a:off x="1098894" y="2799950"/>
                  <a:ext cx="8379064" cy="4103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Offering extra incentives can help motivate students to pair, especially with advanced students. Some teachers have found it helpful to require students to pair for only one or two assignments. </a:t>
                  </a:r>
                </a:p>
              </p:txBody>
            </p:sp>
          </p:grpSp>
          <p:sp>
            <p:nvSpPr>
              <p:cNvPr id="37" name="직사각형 36">
                <a:extLst>
                  <a:ext uri="{FF2B5EF4-FFF2-40B4-BE49-F238E27FC236}">
                    <a16:creationId xmlns:a16="http://schemas.microsoft.com/office/drawing/2014/main" xmlns="" id="{D4A20AB2-235D-462A-AFBE-F2CE15681FE2}"/>
                  </a:ext>
                </a:extLst>
              </p:cNvPr>
              <p:cNvSpPr/>
              <p:nvPr/>
            </p:nvSpPr>
            <p:spPr>
              <a:xfrm>
                <a:off x="805623" y="5156017"/>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latin typeface="SamsungOne-400" panose="020B0503030303020204" pitchFamily="34" charset="0"/>
                </a:endParaRPr>
              </a:p>
            </p:txBody>
          </p:sp>
        </p:grpSp>
      </p:grpSp>
      <p:grpSp>
        <p:nvGrpSpPr>
          <p:cNvPr id="40" name="그룹 39">
            <a:extLst>
              <a:ext uri="{FF2B5EF4-FFF2-40B4-BE49-F238E27FC236}">
                <a16:creationId xmlns:a16="http://schemas.microsoft.com/office/drawing/2014/main" xmlns="" id="{D8D49945-C464-4DDD-ADD7-9189776293B8}"/>
              </a:ext>
            </a:extLst>
          </p:cNvPr>
          <p:cNvGrpSpPr/>
          <p:nvPr userDrawn="1"/>
        </p:nvGrpSpPr>
        <p:grpSpPr>
          <a:xfrm>
            <a:off x="589808" y="1588471"/>
            <a:ext cx="6615664" cy="430887"/>
            <a:chOff x="790976" y="1592058"/>
            <a:chExt cx="6615664" cy="430887"/>
          </a:xfrm>
        </p:grpSpPr>
        <p:sp>
          <p:nvSpPr>
            <p:cNvPr id="41" name="직사각형 40">
              <a:extLst>
                <a:ext uri="{FF2B5EF4-FFF2-40B4-BE49-F238E27FC236}">
                  <a16:creationId xmlns:a16="http://schemas.microsoft.com/office/drawing/2014/main" xmlns="" id="{0BC8F9B7-B969-4E3D-817F-48154FD61D7A}"/>
                </a:ext>
              </a:extLst>
            </p:cNvPr>
            <p:cNvSpPr/>
            <p:nvPr/>
          </p:nvSpPr>
          <p:spPr>
            <a:xfrm>
              <a:off x="1332314" y="1592058"/>
              <a:ext cx="607432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b="1" dirty="0">
                  <a:solidFill>
                    <a:srgbClr val="0D0D0D"/>
                  </a:solidFill>
                  <a:latin typeface="Samsung Sharp Sans Bold" pitchFamily="2" charset="0"/>
                  <a:ea typeface="Samsung Sharp Sans Bold" pitchFamily="2" charset="0"/>
                  <a:cs typeface="Samsung Sharp Sans Bold" pitchFamily="2" charset="0"/>
                </a:rPr>
                <a:t>Pair Programming Practice</a:t>
              </a:r>
            </a:p>
          </p:txBody>
        </p:sp>
        <p:pic>
          <p:nvPicPr>
            <p:cNvPr id="42" name="그림 41">
              <a:extLst>
                <a:ext uri="{FF2B5EF4-FFF2-40B4-BE49-F238E27FC236}">
                  <a16:creationId xmlns:a16="http://schemas.microsoft.com/office/drawing/2014/main" xmlns="" id="{FD7DDC59-B654-4FF4-83F2-92986CFB86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0976" y="1653961"/>
              <a:ext cx="374669" cy="323867"/>
            </a:xfrm>
            <a:prstGeom prst="rect">
              <a:avLst/>
            </a:prstGeom>
          </p:spPr>
        </p:pic>
      </p:grpSp>
    </p:spTree>
    <p:extLst>
      <p:ext uri="{BB962C8B-B14F-4D97-AF65-F5344CB8AC3E}">
        <p14:creationId xmlns:p14="http://schemas.microsoft.com/office/powerpoint/2010/main" val="5145059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onemore">
    <p:spTree>
      <p:nvGrpSpPr>
        <p:cNvPr id="1" name=""/>
        <p:cNvGrpSpPr/>
        <p:nvPr/>
      </p:nvGrpSpPr>
      <p:grpSpPr>
        <a:xfrm>
          <a:off x="0" y="0"/>
          <a:ext cx="0" cy="0"/>
          <a:chOff x="0" y="0"/>
          <a:chExt cx="0" cy="0"/>
        </a:xfrm>
      </p:grpSpPr>
      <p:grpSp>
        <p:nvGrpSpPr>
          <p:cNvPr id="17" name="그룹 16">
            <a:extLst>
              <a:ext uri="{FF2B5EF4-FFF2-40B4-BE49-F238E27FC236}">
                <a16:creationId xmlns:a16="http://schemas.microsoft.com/office/drawing/2014/main" xmlns="" id="{8F9D91F2-1DA9-4775-A2F4-3EA836FC8AC8}"/>
              </a:ext>
            </a:extLst>
          </p:cNvPr>
          <p:cNvGrpSpPr/>
          <p:nvPr userDrawn="1"/>
        </p:nvGrpSpPr>
        <p:grpSpPr>
          <a:xfrm>
            <a:off x="0" y="1"/>
            <a:ext cx="9906000" cy="999802"/>
            <a:chOff x="0" y="1"/>
            <a:chExt cx="9906000" cy="999802"/>
          </a:xfrm>
        </p:grpSpPr>
        <p:sp>
          <p:nvSpPr>
            <p:cNvPr id="18" name="직사각형 17">
              <a:extLst>
                <a:ext uri="{FF2B5EF4-FFF2-40B4-BE49-F238E27FC236}">
                  <a16:creationId xmlns:a16="http://schemas.microsoft.com/office/drawing/2014/main" xmlns="" id="{2445BDC7-3EC5-4A98-AB9C-DAF702D163B6}"/>
                </a:ext>
              </a:extLst>
            </p:cNvPr>
            <p:cNvSpPr/>
            <p:nvPr userDrawn="1"/>
          </p:nvSpPr>
          <p:spPr>
            <a:xfrm>
              <a:off x="0" y="619930"/>
              <a:ext cx="9906000" cy="379873"/>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 name="직사각형 18">
              <a:extLst>
                <a:ext uri="{FF2B5EF4-FFF2-40B4-BE49-F238E27FC236}">
                  <a16:creationId xmlns:a16="http://schemas.microsoft.com/office/drawing/2014/main" xmlns="" id="{7C3EF875-C94A-48D5-8A2F-D7E1606943F8}"/>
                </a:ext>
              </a:extLst>
            </p:cNvPr>
            <p:cNvSpPr/>
            <p:nvPr userDrawn="1"/>
          </p:nvSpPr>
          <p:spPr>
            <a:xfrm>
              <a:off x="0" y="1"/>
              <a:ext cx="9906000" cy="87782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cxnSp>
        <p:nvCxnSpPr>
          <p:cNvPr id="20" name="직선 연결선 19">
            <a:extLst>
              <a:ext uri="{FF2B5EF4-FFF2-40B4-BE49-F238E27FC236}">
                <a16:creationId xmlns:a16="http://schemas.microsoft.com/office/drawing/2014/main" xmlns="" id="{F763F9BA-EE85-4466-9F91-463051CFC433}"/>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슬라이드 번호 개체 틀 15">
            <a:extLst>
              <a:ext uri="{FF2B5EF4-FFF2-40B4-BE49-F238E27FC236}">
                <a16:creationId xmlns:a16="http://schemas.microsoft.com/office/drawing/2014/main" xmlns="" id="{83DE29B4-2918-48DA-8AAD-6689F9D9B25F}"/>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22" name="직사각형 7">
            <a:extLst>
              <a:ext uri="{FF2B5EF4-FFF2-40B4-BE49-F238E27FC236}">
                <a16:creationId xmlns:a16="http://schemas.microsoft.com/office/drawing/2014/main" xmlns="" id="{3C9B8629-554D-4DBE-9C51-F645BAD954BC}"/>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23" name="슬라이드 번호 개체 틀 15">
            <a:extLst>
              <a:ext uri="{FF2B5EF4-FFF2-40B4-BE49-F238E27FC236}">
                <a16:creationId xmlns:a16="http://schemas.microsoft.com/office/drawing/2014/main" xmlns="" id="{DC109AF5-9684-4C7C-8609-D82073175524}"/>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grpSp>
        <p:nvGrpSpPr>
          <p:cNvPr id="7" name="그룹 6">
            <a:extLst>
              <a:ext uri="{FF2B5EF4-FFF2-40B4-BE49-F238E27FC236}">
                <a16:creationId xmlns:a16="http://schemas.microsoft.com/office/drawing/2014/main" xmlns="" id="{FDEC6B4D-744D-4E9D-89EE-6B4FB27E7344}"/>
              </a:ext>
            </a:extLst>
          </p:cNvPr>
          <p:cNvGrpSpPr/>
          <p:nvPr userDrawn="1"/>
        </p:nvGrpSpPr>
        <p:grpSpPr>
          <a:xfrm>
            <a:off x="449612" y="1462227"/>
            <a:ext cx="9003600" cy="4500283"/>
            <a:chOff x="449612" y="1219200"/>
            <a:chExt cx="9003600" cy="4500283"/>
          </a:xfrm>
        </p:grpSpPr>
        <p:grpSp>
          <p:nvGrpSpPr>
            <p:cNvPr id="2" name="그룹 1">
              <a:extLst>
                <a:ext uri="{FF2B5EF4-FFF2-40B4-BE49-F238E27FC236}">
                  <a16:creationId xmlns:a16="http://schemas.microsoft.com/office/drawing/2014/main" xmlns="" id="{15B09C5B-34F7-4FED-9E9F-30D9359F898E}"/>
                </a:ext>
              </a:extLst>
            </p:cNvPr>
            <p:cNvGrpSpPr/>
            <p:nvPr userDrawn="1"/>
          </p:nvGrpSpPr>
          <p:grpSpPr>
            <a:xfrm>
              <a:off x="449612" y="1219200"/>
              <a:ext cx="9003600" cy="4500283"/>
              <a:chOff x="578678" y="1445207"/>
              <a:chExt cx="8748000" cy="4136077"/>
            </a:xfrm>
          </p:grpSpPr>
          <p:sp>
            <p:nvSpPr>
              <p:cNvPr id="3" name="직사각형 2"/>
              <p:cNvSpPr/>
              <p:nvPr userDrawn="1"/>
            </p:nvSpPr>
            <p:spPr>
              <a:xfrm>
                <a:off x="578678" y="2038352"/>
                <a:ext cx="8748000" cy="3542932"/>
              </a:xfrm>
              <a:prstGeom prst="rect">
                <a:avLst/>
              </a:prstGeom>
              <a:solidFill>
                <a:srgbClr val="ECEFF6"/>
              </a:solidFill>
              <a:ln w="38100">
                <a:solidFill>
                  <a:srgbClr val="0D0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userDrawn="1"/>
            </p:nvSpPr>
            <p:spPr>
              <a:xfrm>
                <a:off x="578678" y="1445207"/>
                <a:ext cx="8748000" cy="617940"/>
              </a:xfrm>
              <a:prstGeom prst="rect">
                <a:avLst/>
              </a:prstGeom>
              <a:solidFill>
                <a:srgbClr val="ECEFF6"/>
              </a:solidFill>
              <a:ln w="38100">
                <a:solidFill>
                  <a:srgbClr val="0D0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userDrawn="1"/>
            </p:nvSpPr>
            <p:spPr>
              <a:xfrm rot="2700000">
                <a:off x="8915045" y="1573924"/>
                <a:ext cx="396525" cy="198725"/>
              </a:xfrm>
              <a:prstGeom prst="triangle">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4" name="그룹 23">
              <a:extLst>
                <a:ext uri="{FF2B5EF4-FFF2-40B4-BE49-F238E27FC236}">
                  <a16:creationId xmlns:a16="http://schemas.microsoft.com/office/drawing/2014/main" xmlns="" id="{13D70919-1A43-46D4-9CAD-A2E01D8807D4}"/>
                </a:ext>
              </a:extLst>
            </p:cNvPr>
            <p:cNvGrpSpPr/>
            <p:nvPr userDrawn="1"/>
          </p:nvGrpSpPr>
          <p:grpSpPr>
            <a:xfrm>
              <a:off x="747834" y="2165797"/>
              <a:ext cx="8539600" cy="1267182"/>
              <a:chOff x="805623" y="2423005"/>
              <a:chExt cx="8539600" cy="1267182"/>
            </a:xfrm>
          </p:grpSpPr>
          <p:grpSp>
            <p:nvGrpSpPr>
              <p:cNvPr id="25" name="그룹 24">
                <a:extLst>
                  <a:ext uri="{FF2B5EF4-FFF2-40B4-BE49-F238E27FC236}">
                    <a16:creationId xmlns:a16="http://schemas.microsoft.com/office/drawing/2014/main" xmlns="" id="{57BC89B2-745B-42C0-A2BD-AB73D818DF63}"/>
                  </a:ext>
                </a:extLst>
              </p:cNvPr>
              <p:cNvGrpSpPr/>
              <p:nvPr/>
            </p:nvGrpSpPr>
            <p:grpSpPr>
              <a:xfrm>
                <a:off x="966158" y="2423005"/>
                <a:ext cx="8379065" cy="1267182"/>
                <a:chOff x="1098893" y="2558690"/>
                <a:chExt cx="8379065" cy="1267182"/>
              </a:xfrm>
            </p:grpSpPr>
            <p:sp>
              <p:nvSpPr>
                <p:cNvPr id="27" name="직사각형 26">
                  <a:extLst>
                    <a:ext uri="{FF2B5EF4-FFF2-40B4-BE49-F238E27FC236}">
                      <a16:creationId xmlns:a16="http://schemas.microsoft.com/office/drawing/2014/main" xmlns="" id="{DBE993FE-4059-43C4-BE9B-506F5F93E2AC}"/>
                    </a:ext>
                  </a:extLst>
                </p:cNvPr>
                <p:cNvSpPr/>
                <p:nvPr/>
              </p:nvSpPr>
              <p:spPr>
                <a:xfrm>
                  <a:off x="1098894" y="2558690"/>
                  <a:ext cx="7907946" cy="2073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400" b="1"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Prevent collaboration cheating</a:t>
                  </a:r>
                </a:p>
              </p:txBody>
            </p:sp>
            <p:sp>
              <p:nvSpPr>
                <p:cNvPr id="28" name="직사각형 27">
                  <a:extLst>
                    <a:ext uri="{FF2B5EF4-FFF2-40B4-BE49-F238E27FC236}">
                      <a16:creationId xmlns:a16="http://schemas.microsoft.com/office/drawing/2014/main" xmlns="" id="{87DAFBC1-2EB6-4BFD-9C34-0D2CABDD431F}"/>
                    </a:ext>
                  </a:extLst>
                </p:cNvPr>
                <p:cNvSpPr/>
                <p:nvPr/>
              </p:nvSpPr>
              <p:spPr>
                <a:xfrm>
                  <a:off x="1098893" y="2799950"/>
                  <a:ext cx="8379065" cy="10259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The challenge for the teacher is to find ways to assess individual outcomes, while leveraging the benefits of collaboration. How do you know whether a student learned or cheated? Experts recommend revisiting course design and assessment, as well as explicitly and concretely discussing with the students on behaviors that will be interpreted as cheating. Experts encourage teachers to make assignments meaningful to students and to explain the value of what students will learn by completing them.</a:t>
                  </a:r>
                </a:p>
              </p:txBody>
            </p:sp>
          </p:grpSp>
          <p:sp>
            <p:nvSpPr>
              <p:cNvPr id="26" name="직사각형 25">
                <a:extLst>
                  <a:ext uri="{FF2B5EF4-FFF2-40B4-BE49-F238E27FC236}">
                    <a16:creationId xmlns:a16="http://schemas.microsoft.com/office/drawing/2014/main" xmlns="" id="{7A9CD47E-DFEB-409E-8A3C-002C106D4FF6}"/>
                  </a:ext>
                </a:extLst>
              </p:cNvPr>
              <p:cNvSpPr/>
              <p:nvPr/>
            </p:nvSpPr>
            <p:spPr>
              <a:xfrm>
                <a:off x="805623" y="2439855"/>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latin typeface="SamsungOne-400" panose="020B0503030303020204" pitchFamily="34" charset="0"/>
                </a:endParaRPr>
              </a:p>
            </p:txBody>
          </p:sp>
        </p:grpSp>
        <p:grpSp>
          <p:nvGrpSpPr>
            <p:cNvPr id="30" name="그룹 29">
              <a:extLst>
                <a:ext uri="{FF2B5EF4-FFF2-40B4-BE49-F238E27FC236}">
                  <a16:creationId xmlns:a16="http://schemas.microsoft.com/office/drawing/2014/main" xmlns="" id="{EA101DA7-28A0-4825-8294-91ED14409235}"/>
                </a:ext>
              </a:extLst>
            </p:cNvPr>
            <p:cNvGrpSpPr/>
            <p:nvPr userDrawn="1"/>
          </p:nvGrpSpPr>
          <p:grpSpPr>
            <a:xfrm>
              <a:off x="747834" y="3595777"/>
              <a:ext cx="8539600" cy="1876451"/>
              <a:chOff x="805623" y="3889855"/>
              <a:chExt cx="8539600" cy="1876451"/>
            </a:xfrm>
          </p:grpSpPr>
          <p:grpSp>
            <p:nvGrpSpPr>
              <p:cNvPr id="31" name="그룹 30">
                <a:extLst>
                  <a:ext uri="{FF2B5EF4-FFF2-40B4-BE49-F238E27FC236}">
                    <a16:creationId xmlns:a16="http://schemas.microsoft.com/office/drawing/2014/main" xmlns="" id="{6D52BA93-54E3-4CA4-81A3-AAAA6FD74E74}"/>
                  </a:ext>
                </a:extLst>
              </p:cNvPr>
              <p:cNvGrpSpPr/>
              <p:nvPr/>
            </p:nvGrpSpPr>
            <p:grpSpPr>
              <a:xfrm>
                <a:off x="958539" y="3889855"/>
                <a:ext cx="8386684" cy="1876451"/>
                <a:chOff x="1098894" y="2558690"/>
                <a:chExt cx="8386684" cy="1876451"/>
              </a:xfrm>
            </p:grpSpPr>
            <p:sp>
              <p:nvSpPr>
                <p:cNvPr id="33" name="직사각형 32">
                  <a:extLst>
                    <a:ext uri="{FF2B5EF4-FFF2-40B4-BE49-F238E27FC236}">
                      <a16:creationId xmlns:a16="http://schemas.microsoft.com/office/drawing/2014/main" xmlns="" id="{6A161631-0A23-4125-B4F4-FAA21DADAE31}"/>
                    </a:ext>
                  </a:extLst>
                </p:cNvPr>
                <p:cNvSpPr/>
                <p:nvPr/>
              </p:nvSpPr>
              <p:spPr>
                <a:xfrm>
                  <a:off x="1098894" y="2558690"/>
                  <a:ext cx="7907946" cy="2051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400" b="1"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Collaborative learning environment</a:t>
                  </a:r>
                </a:p>
              </p:txBody>
            </p:sp>
            <p:sp>
              <p:nvSpPr>
                <p:cNvPr id="34" name="직사각형 33">
                  <a:extLst>
                    <a:ext uri="{FF2B5EF4-FFF2-40B4-BE49-F238E27FC236}">
                      <a16:creationId xmlns:a16="http://schemas.microsoft.com/office/drawing/2014/main" xmlns="" id="{A138E381-77DA-4306-A103-3A1DDA69FDFA}"/>
                    </a:ext>
                  </a:extLst>
                </p:cNvPr>
                <p:cNvSpPr/>
                <p:nvPr/>
              </p:nvSpPr>
              <p:spPr>
                <a:xfrm>
                  <a:off x="1098894" y="2799950"/>
                  <a:ext cx="8386684" cy="16351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A collaborative learning environment occurs anytime an instructor requires students to work together on learning activities. Collaborative learning environments can involve both formal and informal activities and may or may not include direct assessment. For example, pairs of students work on programming assignments; small groups of students discuss possible answers to a professor’s question during lecture; and students work together outside of class to learn new concepts. Collaborative learning is distinct from projects where students “divide and conquer.” When students divide the work, each is responsible for only part of the problem solving and there are very limited opportunities for working through problems with others. In collaborative environments, students are engaged in intellectual talk with each other.</a:t>
                  </a:r>
                </a:p>
              </p:txBody>
            </p:sp>
          </p:grpSp>
          <p:sp>
            <p:nvSpPr>
              <p:cNvPr id="32" name="직사각형 31">
                <a:extLst>
                  <a:ext uri="{FF2B5EF4-FFF2-40B4-BE49-F238E27FC236}">
                    <a16:creationId xmlns:a16="http://schemas.microsoft.com/office/drawing/2014/main" xmlns="" id="{E4812128-0A26-4117-A6F0-B97B55B1C046}"/>
                  </a:ext>
                </a:extLst>
              </p:cNvPr>
              <p:cNvSpPr/>
              <p:nvPr/>
            </p:nvSpPr>
            <p:spPr>
              <a:xfrm>
                <a:off x="805623" y="3897487"/>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latin typeface="SamsungOne-400" panose="020B0503030303020204" pitchFamily="34" charset="0"/>
                </a:endParaRPr>
              </a:p>
            </p:txBody>
          </p:sp>
        </p:grpSp>
        <p:grpSp>
          <p:nvGrpSpPr>
            <p:cNvPr id="40" name="그룹 39">
              <a:extLst>
                <a:ext uri="{FF2B5EF4-FFF2-40B4-BE49-F238E27FC236}">
                  <a16:creationId xmlns:a16="http://schemas.microsoft.com/office/drawing/2014/main" xmlns="" id="{D8D49945-C464-4DDD-ADD7-9189776293B8}"/>
                </a:ext>
              </a:extLst>
            </p:cNvPr>
            <p:cNvGrpSpPr/>
            <p:nvPr userDrawn="1"/>
          </p:nvGrpSpPr>
          <p:grpSpPr>
            <a:xfrm>
              <a:off x="589808" y="1345444"/>
              <a:ext cx="6615664" cy="430887"/>
              <a:chOff x="790976" y="1592058"/>
              <a:chExt cx="6615664" cy="430887"/>
            </a:xfrm>
          </p:grpSpPr>
          <p:sp>
            <p:nvSpPr>
              <p:cNvPr id="41" name="직사각형 40">
                <a:extLst>
                  <a:ext uri="{FF2B5EF4-FFF2-40B4-BE49-F238E27FC236}">
                    <a16:creationId xmlns:a16="http://schemas.microsoft.com/office/drawing/2014/main" xmlns="" id="{0BC8F9B7-B969-4E3D-817F-48154FD61D7A}"/>
                  </a:ext>
                </a:extLst>
              </p:cNvPr>
              <p:cNvSpPr/>
              <p:nvPr/>
            </p:nvSpPr>
            <p:spPr>
              <a:xfrm>
                <a:off x="1332314" y="1592058"/>
                <a:ext cx="607432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b="1" dirty="0">
                    <a:solidFill>
                      <a:srgbClr val="0D0D0D"/>
                    </a:solidFill>
                    <a:latin typeface="Samsung Sharp Sans Bold" pitchFamily="2" charset="0"/>
                    <a:ea typeface="Samsung Sharp Sans Bold" pitchFamily="2" charset="0"/>
                    <a:cs typeface="Samsung Sharp Sans Bold" pitchFamily="2" charset="0"/>
                  </a:rPr>
                  <a:t>Pair Programming Practice</a:t>
                </a:r>
              </a:p>
            </p:txBody>
          </p:sp>
          <p:pic>
            <p:nvPicPr>
              <p:cNvPr id="42" name="그림 41">
                <a:extLst>
                  <a:ext uri="{FF2B5EF4-FFF2-40B4-BE49-F238E27FC236}">
                    <a16:creationId xmlns:a16="http://schemas.microsoft.com/office/drawing/2014/main" xmlns="" id="{FD7DDC59-B654-4FF4-83F2-92986CFB86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0976" y="1653961"/>
                <a:ext cx="374669" cy="323867"/>
              </a:xfrm>
              <a:prstGeom prst="rect">
                <a:avLst/>
              </a:prstGeom>
            </p:spPr>
          </p:pic>
        </p:grpSp>
      </p:grpSp>
    </p:spTree>
    <p:extLst>
      <p:ext uri="{BB962C8B-B14F-4D97-AF65-F5344CB8AC3E}">
        <p14:creationId xmlns:p14="http://schemas.microsoft.com/office/powerpoint/2010/main" val="3070742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iz">
    <p:spTree>
      <p:nvGrpSpPr>
        <p:cNvPr id="1" name=""/>
        <p:cNvGrpSpPr/>
        <p:nvPr/>
      </p:nvGrpSpPr>
      <p:grpSpPr>
        <a:xfrm>
          <a:off x="0" y="0"/>
          <a:ext cx="0" cy="0"/>
          <a:chOff x="0" y="0"/>
          <a:chExt cx="0" cy="0"/>
        </a:xfrm>
      </p:grpSpPr>
      <p:sp>
        <p:nvSpPr>
          <p:cNvPr id="10"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1"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2" name="슬라이드 번호 개체 틀 15">
            <a:extLst>
              <a:ext uri="{FF2B5EF4-FFF2-40B4-BE49-F238E27FC236}">
                <a16:creationId xmlns:a16="http://schemas.microsoft.com/office/drawing/2014/main" xmlns="" id="{CCEC8F59-794B-4743-A6D7-1BC9720006CB}"/>
              </a:ext>
            </a:extLst>
          </p:cNvPr>
          <p:cNvSpPr txBox="1">
            <a:spLocks/>
          </p:cNvSpPr>
          <p:nvPr userDrawn="1"/>
        </p:nvSpPr>
        <p:spPr>
          <a:xfrm>
            <a:off x="6301740" y="6498000"/>
            <a:ext cx="2897567"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5. Algorithm 2 - Sorting Algorithms</a:t>
            </a:r>
          </a:p>
        </p:txBody>
      </p:sp>
      <p:grpSp>
        <p:nvGrpSpPr>
          <p:cNvPr id="20" name="Group 19"/>
          <p:cNvGrpSpPr/>
          <p:nvPr userDrawn="1"/>
        </p:nvGrpSpPr>
        <p:grpSpPr>
          <a:xfrm>
            <a:off x="0" y="0"/>
            <a:ext cx="9906000" cy="1065598"/>
            <a:chOff x="0" y="0"/>
            <a:chExt cx="9906000" cy="1065598"/>
          </a:xfrm>
        </p:grpSpPr>
        <p:sp>
          <p:nvSpPr>
            <p:cNvPr id="21" name="직사각형 9">
              <a:extLst>
                <a:ext uri="{FF2B5EF4-FFF2-40B4-BE49-F238E27FC236}">
                  <a16:creationId xmlns:a16="http://schemas.microsoft.com/office/drawing/2014/main" xmlns="" id="{85CF76A4-51CF-4D05-A1A1-2F9ED08538A3}"/>
                </a:ext>
              </a:extLst>
            </p:cNvPr>
            <p:cNvSpPr/>
            <p:nvPr userDrawn="1"/>
          </p:nvSpPr>
          <p:spPr>
            <a:xfrm>
              <a:off x="0" y="788600"/>
              <a:ext cx="9906000" cy="276998"/>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 name="직사각형 7">
              <a:extLst>
                <a:ext uri="{FF2B5EF4-FFF2-40B4-BE49-F238E27FC236}">
                  <a16:creationId xmlns:a16="http://schemas.microsoft.com/office/drawing/2014/main" xmlns="" id="{B99AF68C-BDD5-4210-9E4D-B73D0E1AF2BC}"/>
                </a:ext>
              </a:extLst>
            </p:cNvPr>
            <p:cNvSpPr/>
            <p:nvPr userDrawn="1"/>
          </p:nvSpPr>
          <p:spPr>
            <a:xfrm>
              <a:off x="0" y="0"/>
              <a:ext cx="9906000" cy="927100"/>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3" name="직사각형 12">
            <a:extLst>
              <a:ext uri="{FF2B5EF4-FFF2-40B4-BE49-F238E27FC236}">
                <a16:creationId xmlns:a16="http://schemas.microsoft.com/office/drawing/2014/main" xmlns="" id="{0A64BE7C-F3B5-4888-85C4-EA7B77D9A3D7}"/>
              </a:ext>
            </a:extLst>
          </p:cNvPr>
          <p:cNvSpPr/>
          <p:nvPr userDrawn="1"/>
        </p:nvSpPr>
        <p:spPr>
          <a:xfrm>
            <a:off x="449612" y="523712"/>
            <a:ext cx="1784001" cy="246221"/>
          </a:xfrm>
          <a:prstGeom prst="rect">
            <a:avLst/>
          </a:prstGeom>
        </p:spPr>
        <p:txBody>
          <a:bodyPr wrap="square" lIns="0" tIns="0" rIns="0" bIns="0">
            <a:spAutoFit/>
          </a:bodyPr>
          <a:lstStyle/>
          <a:p>
            <a:pPr defTabSz="457187" latinLnBrk="0">
              <a:defRPr/>
            </a:pPr>
            <a:r>
              <a:rPr lang="en-US" altLang="ko-KR" sz="1600" dirty="0">
                <a:solidFill>
                  <a:schemeClr val="bg1"/>
                </a:solidFill>
                <a:latin typeface="Samsung Sharp Sans Medium" pitchFamily="2" charset="0"/>
                <a:ea typeface="Samsung Sharp Sans Medium" pitchFamily="2" charset="0"/>
                <a:cs typeface="Samsung Sharp Sans Medium" pitchFamily="2" charset="0"/>
              </a:rPr>
              <a:t>Chapter 5 Quiz</a:t>
            </a:r>
          </a:p>
        </p:txBody>
      </p:sp>
    </p:spTree>
    <p:extLst>
      <p:ext uri="{BB962C8B-B14F-4D97-AF65-F5344CB8AC3E}">
        <p14:creationId xmlns:p14="http://schemas.microsoft.com/office/powerpoint/2010/main" val="42607312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ody">
    <p:spTree>
      <p:nvGrpSpPr>
        <p:cNvPr id="1" name=""/>
        <p:cNvGrpSpPr/>
        <p:nvPr/>
      </p:nvGrpSpPr>
      <p:grpSpPr>
        <a:xfrm>
          <a:off x="0" y="0"/>
          <a:ext cx="0" cy="0"/>
          <a:chOff x="0" y="0"/>
          <a:chExt cx="0" cy="0"/>
        </a:xfrm>
      </p:grpSpPr>
      <p:cxnSp>
        <p:nvCxnSpPr>
          <p:cNvPr id="10" name="직선 연결선 9">
            <a:extLst>
              <a:ext uri="{FF2B5EF4-FFF2-40B4-BE49-F238E27FC236}">
                <a16:creationId xmlns:a16="http://schemas.microsoft.com/office/drawing/2014/main" xmlns=""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8"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cxnSp>
        <p:nvCxnSpPr>
          <p:cNvPr id="7" name="직선 연결선 6"/>
          <p:cNvCxnSpPr/>
          <p:nvPr userDrawn="1"/>
        </p:nvCxnSpPr>
        <p:spPr>
          <a:xfrm>
            <a:off x="449612" y="900000"/>
            <a:ext cx="9003600" cy="0"/>
          </a:xfrm>
          <a:prstGeom prst="line">
            <a:avLst/>
          </a:prstGeom>
          <a:ln w="15875">
            <a:solidFill>
              <a:srgbClr val="0924A5"/>
            </a:solidFill>
          </a:ln>
        </p:spPr>
        <p:style>
          <a:lnRef idx="1">
            <a:schemeClr val="accent1"/>
          </a:lnRef>
          <a:fillRef idx="0">
            <a:schemeClr val="accent1"/>
          </a:fillRef>
          <a:effectRef idx="0">
            <a:schemeClr val="accent1"/>
          </a:effectRef>
          <a:fontRef idx="minor">
            <a:schemeClr val="tx1"/>
          </a:fontRef>
        </p:style>
      </p:cxnSp>
      <p:sp>
        <p:nvSpPr>
          <p:cNvPr id="8" name="슬라이드 번호 개체 틀 15">
            <a:extLst>
              <a:ext uri="{FF2B5EF4-FFF2-40B4-BE49-F238E27FC236}">
                <a16:creationId xmlns:a16="http://schemas.microsoft.com/office/drawing/2014/main" xmlns="" id="{CCEC8F59-794B-4743-A6D7-1BC9720006CB}"/>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spTree>
    <p:extLst>
      <p:ext uri="{BB962C8B-B14F-4D97-AF65-F5344CB8AC3E}">
        <p14:creationId xmlns:p14="http://schemas.microsoft.com/office/powerpoint/2010/main" val="1357378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last">
    <p:spTree>
      <p:nvGrpSpPr>
        <p:cNvPr id="1" name=""/>
        <p:cNvGrpSpPr/>
        <p:nvPr/>
      </p:nvGrpSpPr>
      <p:grpSpPr>
        <a:xfrm>
          <a:off x="0" y="0"/>
          <a:ext cx="0" cy="0"/>
          <a:chOff x="0" y="0"/>
          <a:chExt cx="0" cy="0"/>
        </a:xfrm>
      </p:grpSpPr>
      <p:pic>
        <p:nvPicPr>
          <p:cNvPr id="6" name="그림 2">
            <a:extLst>
              <a:ext uri="{FF2B5EF4-FFF2-40B4-BE49-F238E27FC236}">
                <a16:creationId xmlns:a16="http://schemas.microsoft.com/office/drawing/2014/main" xmlns="" id="{C441AFAB-5BBF-465C-B7A8-FED86E62617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4395"/>
            <a:ext cx="9902825" cy="6853605"/>
          </a:xfrm>
          <a:prstGeom prst="rect">
            <a:avLst/>
          </a:prstGeom>
        </p:spPr>
      </p:pic>
      <p:sp>
        <p:nvSpPr>
          <p:cNvPr id="2" name="직사각형 1"/>
          <p:cNvSpPr/>
          <p:nvPr userDrawn="1"/>
        </p:nvSpPr>
        <p:spPr>
          <a:xfrm>
            <a:off x="1" y="0"/>
            <a:ext cx="9902825" cy="6858000"/>
          </a:xfrm>
          <a:prstGeom prst="rect">
            <a:avLst/>
          </a:prstGeom>
          <a:solidFill>
            <a:srgbClr val="1428A0">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960"/>
          </a:p>
        </p:txBody>
      </p:sp>
      <p:sp>
        <p:nvSpPr>
          <p:cNvPr id="7" name="직사각형 6">
            <a:extLst>
              <a:ext uri="{FF2B5EF4-FFF2-40B4-BE49-F238E27FC236}">
                <a16:creationId xmlns:a16="http://schemas.microsoft.com/office/drawing/2014/main" xmlns="" id="{782B242C-8600-47F0-98D5-6EA512C41BF2}"/>
              </a:ext>
            </a:extLst>
          </p:cNvPr>
          <p:cNvSpPr/>
          <p:nvPr userDrawn="1"/>
        </p:nvSpPr>
        <p:spPr>
          <a:xfrm>
            <a:off x="449612" y="5677031"/>
            <a:ext cx="9003600" cy="73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SamsungOne-400C" panose="020B0506030303020204" pitchFamily="34" charset="0"/>
                <a:ea typeface="SamsungOne-400" panose="020B0503030303020204" pitchFamily="34" charset="0"/>
                <a:cs typeface="+mn-cs"/>
              </a:rPr>
              <a:t>ⓒ</a:t>
            </a:r>
            <a:r>
              <a:rPr kumimoji="0" lang="en-US" altLang="ko-KR" sz="1000" b="0" i="0" u="none" strike="noStrike" kern="1200" cap="none" spc="0" normalizeH="0" baseline="0" noProof="0" dirty="0">
                <a:ln>
                  <a:noFill/>
                </a:ln>
                <a:solidFill>
                  <a:prstClr val="white"/>
                </a:solidFill>
                <a:effectLst/>
                <a:uLnTx/>
                <a:uFillTx/>
                <a:latin typeface="SamsungOne-400C" panose="020B0506030303020204" pitchFamily="34" charset="0"/>
                <a:ea typeface="SamsungOne-400C" panose="020B0506030303020204" pitchFamily="34" charset="0"/>
                <a:cs typeface="+mn-cs"/>
              </a:rPr>
              <a:t>2022 SAMSUNG. All rights reserved.</a:t>
            </a:r>
          </a:p>
          <a:p>
            <a:pPr marL="0" marR="0" lvl="0" indent="0" algn="l" defTabSz="914400" rtl="0" eaLnBrk="1" fontAlgn="auto" latinLnBrk="1" hangingPunct="1">
              <a:lnSpc>
                <a:spcPct val="100000"/>
              </a:lnSpc>
              <a:spcBef>
                <a:spcPts val="60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400C" panose="020B0506030303020204" pitchFamily="34" charset="0"/>
                <a:ea typeface="SamsungOne-400C" panose="020B0506030303020204" pitchFamily="34" charset="0"/>
                <a:cs typeface="+mn-cs"/>
              </a:rPr>
              <a:t>Samsung Electronics Corporate Citizenship Office holds the copyright of book.</a:t>
            </a:r>
          </a:p>
          <a:p>
            <a:pPr marL="0" marR="0" lvl="0" indent="0" algn="l" defTabSz="914400" rtl="0" eaLnBrk="1" fontAlgn="auto" latinLnBrk="1" hangingPunct="1">
              <a:lnSpc>
                <a:spcPct val="100000"/>
              </a:lnSpc>
              <a:spcBef>
                <a:spcPts val="30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400C" panose="020B0506030303020204" pitchFamily="34" charset="0"/>
                <a:ea typeface="SamsungOne-400C" panose="020B0506030303020204" pitchFamily="34" charset="0"/>
                <a:cs typeface="+mn-cs"/>
              </a:rPr>
              <a:t>This book is a literary property protected by copyright law so reprint and reproduction without permission are prohibited.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400C" panose="020B0506030303020204" pitchFamily="34" charset="0"/>
                <a:ea typeface="SamsungOne-400C" panose="020B0506030303020204" pitchFamily="34" charset="0"/>
                <a:cs typeface="+mn-cs"/>
              </a:rPr>
              <a:t>To use this book other than the curriculum of Samsung Innovation Campus or to use the entire or part of this book, you must receive written consent from copyright holder.</a:t>
            </a:r>
          </a:p>
        </p:txBody>
      </p:sp>
      <p:pic>
        <p:nvPicPr>
          <p:cNvPr id="10" name="그림 3">
            <a:extLst>
              <a:ext uri="{FF2B5EF4-FFF2-40B4-BE49-F238E27FC236}">
                <a16:creationId xmlns:a16="http://schemas.microsoft.com/office/drawing/2014/main" xmlns="" id="{A977D3D7-ABF1-4BDD-B1E5-CCA79CC8184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13012" y="3022951"/>
            <a:ext cx="2476800" cy="812098"/>
          </a:xfrm>
          <a:prstGeom prst="rect">
            <a:avLst/>
          </a:prstGeom>
        </p:spPr>
      </p:pic>
      <p:sp>
        <p:nvSpPr>
          <p:cNvPr id="9" name="Freeform 5">
            <a:extLst>
              <a:ext uri="{FF2B5EF4-FFF2-40B4-BE49-F238E27FC236}">
                <a16:creationId xmlns:a16="http://schemas.microsoft.com/office/drawing/2014/main" xmlns="" id="{0D8AEED9-5E8F-4A4F-8427-AE314BEC60F8}"/>
              </a:ext>
            </a:extLst>
          </p:cNvPr>
          <p:cNvSpPr>
            <a:spLocks noChangeAspect="1" noEditPoints="1"/>
          </p:cNvSpPr>
          <p:nvPr userDrawn="1"/>
        </p:nvSpPr>
        <p:spPr bwMode="auto">
          <a:xfrm>
            <a:off x="449612" y="450000"/>
            <a:ext cx="1290982"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chemeClr val="bg1"/>
          </a:solidFill>
          <a:ln>
            <a:noFill/>
          </a:ln>
        </p:spPr>
        <p:txBody>
          <a:bodyPr vert="horz" wrap="square" lIns="91440" tIns="45720" rIns="91440" bIns="45720" numCol="1" anchor="t" anchorCtr="0" compatLnSpc="1">
            <a:prstTxWarp prst="textNoShape">
              <a:avLst/>
            </a:prstTxWarp>
            <a:scene3d>
              <a:camera prst="orthographicFront"/>
              <a:lightRig rig="threePt" dir="t"/>
            </a:scene3d>
            <a:sp3d>
              <a:bevelT w="0" h="6350"/>
            </a:sp3d>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960" noProof="0" dirty="0">
              <a:latin typeface="D2Coding" panose="020B0609020101020101" pitchFamily="49" charset="-127"/>
            </a:endParaRPr>
          </a:p>
        </p:txBody>
      </p:sp>
    </p:spTree>
    <p:extLst>
      <p:ext uri="{BB962C8B-B14F-4D97-AF65-F5344CB8AC3E}">
        <p14:creationId xmlns:p14="http://schemas.microsoft.com/office/powerpoint/2010/main" val="1773018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1_Body">
    <p:bg>
      <p:bgPr>
        <a:solidFill>
          <a:schemeClr val="bg1">
            <a:lumMod val="95000"/>
          </a:schemeClr>
        </a:solidFill>
        <a:effectLst/>
      </p:bgPr>
    </p:bg>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5" name="Freeform 5">
            <a:extLst>
              <a:ext uri="{FF2B5EF4-FFF2-40B4-BE49-F238E27FC236}">
                <a16:creationId xmlns:a16="http://schemas.microsoft.com/office/drawing/2014/main" xmlns="" id="{0D8AEED9-5E8F-4A4F-8427-AE314BEC60F8}"/>
              </a:ext>
            </a:extLst>
          </p:cNvPr>
          <p:cNvSpPr>
            <a:spLocks noChangeAspect="1" noEditPoints="1"/>
          </p:cNvSpPr>
          <p:nvPr userDrawn="1"/>
        </p:nvSpPr>
        <p:spPr bwMode="auto">
          <a:xfrm>
            <a:off x="449612" y="450000"/>
            <a:ext cx="1282433"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vert="horz" wrap="square" lIns="91440" tIns="45720" rIns="91440" bIns="45720" numCol="1" anchor="t" anchorCtr="0" compatLnSpc="1">
            <a:prstTxWarp prst="textNoShape">
              <a:avLst/>
            </a:prstTxWarp>
            <a:scene3d>
              <a:camera prst="orthographicFront"/>
              <a:lightRig rig="threePt" dir="t"/>
            </a:scene3d>
            <a:sp3d>
              <a:bevelT w="0" h="6350"/>
            </a:sp3d>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960" noProof="0" dirty="0">
              <a:latin typeface="D2Coding" panose="020B0609020101020101" pitchFamily="49" charset="-127"/>
            </a:endParaRPr>
          </a:p>
        </p:txBody>
      </p:sp>
      <p:pic>
        <p:nvPicPr>
          <p:cNvPr id="8" name="그림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6998" y="6141164"/>
            <a:ext cx="1372004" cy="450000"/>
          </a:xfrm>
          <a:prstGeom prst="rect">
            <a:avLst/>
          </a:prstGeom>
        </p:spPr>
      </p:pic>
    </p:spTree>
    <p:extLst>
      <p:ext uri="{BB962C8B-B14F-4D97-AF65-F5344CB8AC3E}">
        <p14:creationId xmlns:p14="http://schemas.microsoft.com/office/powerpoint/2010/main" val="5493384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ront Cover">
    <p:bg>
      <p:bgPr>
        <a:solidFill>
          <a:schemeClr val="bg1">
            <a:lumMod val="95000"/>
          </a:schemeClr>
        </a:solidFill>
        <a:effectLst/>
      </p:bgPr>
    </p:bg>
    <p:spTree>
      <p:nvGrpSpPr>
        <p:cNvPr id="1" name=""/>
        <p:cNvGrpSpPr/>
        <p:nvPr/>
      </p:nvGrpSpPr>
      <p:grpSpPr>
        <a:xfrm>
          <a:off x="0" y="0"/>
          <a:ext cx="0" cy="0"/>
          <a:chOff x="0" y="0"/>
          <a:chExt cx="0" cy="0"/>
        </a:xfrm>
      </p:grpSpPr>
      <p:pic>
        <p:nvPicPr>
          <p:cNvPr id="9" name="그림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6" name="Freeform 5">
            <a:extLst>
              <a:ext uri="{FF2B5EF4-FFF2-40B4-BE49-F238E27FC236}">
                <a16:creationId xmlns:a16="http://schemas.microsoft.com/office/drawing/2014/main" xmlns="" id="{0D8AEED9-5E8F-4A4F-8427-AE314BEC60F8}"/>
              </a:ext>
            </a:extLst>
          </p:cNvPr>
          <p:cNvSpPr>
            <a:spLocks noChangeAspect="1" noEditPoints="1"/>
          </p:cNvSpPr>
          <p:nvPr userDrawn="1"/>
        </p:nvSpPr>
        <p:spPr bwMode="auto">
          <a:xfrm>
            <a:off x="449612" y="450000"/>
            <a:ext cx="1282433"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vert="horz" wrap="square" lIns="91440" tIns="45720" rIns="91440" bIns="45720" numCol="1" anchor="t" anchorCtr="0" compatLnSpc="1">
            <a:prstTxWarp prst="textNoShape">
              <a:avLst/>
            </a:prstTxWarp>
            <a:scene3d>
              <a:camera prst="orthographicFront"/>
              <a:lightRig rig="threePt" dir="t"/>
            </a:scene3d>
            <a:sp3d>
              <a:bevelT w="0" h="6350"/>
            </a:sp3d>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960" noProof="0" dirty="0">
              <a:latin typeface="D2Coding" panose="020B0609020101020101" pitchFamily="49" charset="-127"/>
            </a:endParaRPr>
          </a:p>
        </p:txBody>
      </p:sp>
      <p:pic>
        <p:nvPicPr>
          <p:cNvPr id="10" name="그림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6998" y="6141164"/>
            <a:ext cx="1372004" cy="450000"/>
          </a:xfrm>
          <a:prstGeom prst="rect">
            <a:avLst/>
          </a:prstGeom>
        </p:spPr>
      </p:pic>
    </p:spTree>
    <p:extLst>
      <p:ext uri="{BB962C8B-B14F-4D97-AF65-F5344CB8AC3E}">
        <p14:creationId xmlns:p14="http://schemas.microsoft.com/office/powerpoint/2010/main" val="38575950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able of Contents2">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cxnSp>
        <p:nvCxnSpPr>
          <p:cNvPr id="12" name="직선 연결선 11">
            <a:extLst>
              <a:ext uri="{FF2B5EF4-FFF2-40B4-BE49-F238E27FC236}">
                <a16:creationId xmlns:a16="http://schemas.microsoft.com/office/drawing/2014/main" xmlns=""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Tree>
    <p:extLst>
      <p:ext uri="{BB962C8B-B14F-4D97-AF65-F5344CB8AC3E}">
        <p14:creationId xmlns:p14="http://schemas.microsoft.com/office/powerpoint/2010/main" val="40360294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Table of Contents">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cxnSp>
        <p:nvCxnSpPr>
          <p:cNvPr id="12" name="직선 연결선 11">
            <a:extLst>
              <a:ext uri="{FF2B5EF4-FFF2-40B4-BE49-F238E27FC236}">
                <a16:creationId xmlns:a16="http://schemas.microsoft.com/office/drawing/2014/main" xmlns=""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50" charset="0"/>
                <a:ea typeface="Samsung Sharp Sans Bold" pitchFamily="50" charset="0"/>
                <a:cs typeface="Samsung Sharp Sans Bold" pitchFamily="50" charset="0"/>
              </a:rPr>
              <a:t>Samsung Innovation Campus</a:t>
            </a:r>
          </a:p>
        </p:txBody>
      </p:sp>
      <p:sp>
        <p:nvSpPr>
          <p:cNvPr id="15" name="슬라이드 번호 개체 틀 15">
            <a:extLst>
              <a:ext uri="{FF2B5EF4-FFF2-40B4-BE49-F238E27FC236}">
                <a16:creationId xmlns:a16="http://schemas.microsoft.com/office/drawing/2014/main" xmlns="" id="{CCEC8F59-794B-4743-A6D7-1BC9720006CB}"/>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spTree>
    <p:extLst>
      <p:ext uri="{BB962C8B-B14F-4D97-AF65-F5344CB8AC3E}">
        <p14:creationId xmlns:p14="http://schemas.microsoft.com/office/powerpoint/2010/main" val="21070075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Table of Contents">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cxnSp>
        <p:nvCxnSpPr>
          <p:cNvPr id="12" name="직선 연결선 11">
            <a:extLst>
              <a:ext uri="{FF2B5EF4-FFF2-40B4-BE49-F238E27FC236}">
                <a16:creationId xmlns:a16="http://schemas.microsoft.com/office/drawing/2014/main" xmlns=""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5" name="슬라이드 번호 개체 틀 15">
            <a:extLst>
              <a:ext uri="{FF2B5EF4-FFF2-40B4-BE49-F238E27FC236}">
                <a16:creationId xmlns:a16="http://schemas.microsoft.com/office/drawing/2014/main" xmlns="" id="{CCEC8F59-794B-4743-A6D7-1BC9720006CB}"/>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spTree>
    <p:extLst>
      <p:ext uri="{BB962C8B-B14F-4D97-AF65-F5344CB8AC3E}">
        <p14:creationId xmlns:p14="http://schemas.microsoft.com/office/powerpoint/2010/main" val="2731407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4766776"/>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7" r:id="rId5"/>
    <p:sldLayoutId id="2147483788" r:id="rId6"/>
    <p:sldLayoutId id="2147483789" r:id="rId7"/>
    <p:sldLayoutId id="2147483790" r:id="rId8"/>
    <p:sldLayoutId id="2147483781" r:id="rId9"/>
    <p:sldLayoutId id="2147483782" r:id="rId10"/>
    <p:sldLayoutId id="2147483783" r:id="rId11"/>
    <p:sldLayoutId id="2147483784" r:id="rId12"/>
    <p:sldLayoutId id="2147483797" r:id="rId13"/>
    <p:sldLayoutId id="2147483798" r:id="rId14"/>
    <p:sldLayoutId id="2147483799" r:id="rId15"/>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microsoft.com/office/2018/10/relationships/comments" Target="../comments/modernComment_BD7_A635D225.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p:cNvGrpSpPr/>
          <p:nvPr/>
        </p:nvGrpSpPr>
        <p:grpSpPr>
          <a:xfrm>
            <a:off x="720000" y="2415408"/>
            <a:ext cx="5231483" cy="1572448"/>
            <a:chOff x="720000" y="2415408"/>
            <a:chExt cx="5231483" cy="1572448"/>
          </a:xfrm>
        </p:grpSpPr>
        <p:sp>
          <p:nvSpPr>
            <p:cNvPr id="15" name="직사각형 133">
              <a:extLst>
                <a:ext uri="{FF2B5EF4-FFF2-40B4-BE49-F238E27FC236}">
                  <a16:creationId xmlns:a16="http://schemas.microsoft.com/office/drawing/2014/main" xmlns="" id="{9ECD4F1E-56F2-4389-8493-B26C356AB15F}"/>
                </a:ext>
              </a:extLst>
            </p:cNvPr>
            <p:cNvSpPr/>
            <p:nvPr/>
          </p:nvSpPr>
          <p:spPr>
            <a:xfrm>
              <a:off x="720001" y="2415408"/>
              <a:ext cx="5231482" cy="8309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defRPr/>
              </a:pPr>
              <a:r>
                <a:rPr lang="en-US" altLang="ko-KR" sz="5400" dirty="0">
                  <a:solidFill>
                    <a:schemeClr val="tx1"/>
                  </a:solidFill>
                  <a:latin typeface="Samsung Sharp Sans Bold" pitchFamily="2" charset="0"/>
                  <a:ea typeface="Samsung Sharp Sans Bold" pitchFamily="2" charset="0"/>
                  <a:cs typeface="Samsung Sharp Sans Bold" pitchFamily="2" charset="0"/>
                </a:rPr>
                <a:t>Chapter Quiz</a:t>
              </a:r>
            </a:p>
          </p:txBody>
        </p:sp>
        <p:sp>
          <p:nvSpPr>
            <p:cNvPr id="27" name="직사각형 133">
              <a:extLst>
                <a:ext uri="{FF2B5EF4-FFF2-40B4-BE49-F238E27FC236}">
                  <a16:creationId xmlns:a16="http://schemas.microsoft.com/office/drawing/2014/main" xmlns="" id="{7E1FFB96-4B69-4AC9-8440-53675C6399E1}"/>
                </a:ext>
              </a:extLst>
            </p:cNvPr>
            <p:cNvSpPr/>
            <p:nvPr/>
          </p:nvSpPr>
          <p:spPr>
            <a:xfrm>
              <a:off x="990000" y="3618524"/>
              <a:ext cx="4559462"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defRPr/>
              </a:pPr>
              <a:r>
                <a:rPr lang="en-US" altLang="ko-KR" sz="2400" dirty="0">
                  <a:solidFill>
                    <a:srgbClr val="1428A0"/>
                  </a:solidFill>
                  <a:latin typeface="+mj-ea"/>
                  <a:ea typeface="+mj-ea"/>
                  <a:cs typeface="Samsung Sharp Sans Bold" pitchFamily="2" charset="0"/>
                </a:rPr>
                <a:t>Coding and Programming</a:t>
              </a:r>
              <a:endParaRPr lang="ko-KR" altLang="en-US" sz="2400" dirty="0">
                <a:solidFill>
                  <a:srgbClr val="1428A0"/>
                </a:solidFill>
                <a:latin typeface="+mj-ea"/>
                <a:ea typeface="+mj-ea"/>
                <a:cs typeface="Samsung Sharp Sans Bold" pitchFamily="2" charset="0"/>
              </a:endParaRPr>
            </a:p>
          </p:txBody>
        </p:sp>
        <p:sp>
          <p:nvSpPr>
            <p:cNvPr id="28" name="직사각형 14">
              <a:extLst>
                <a:ext uri="{FF2B5EF4-FFF2-40B4-BE49-F238E27FC236}">
                  <a16:creationId xmlns:a16="http://schemas.microsoft.com/office/drawing/2014/main" xmlns="" id="{6490A05B-990A-4F39-A4F0-CDC93970D232}"/>
                </a:ext>
              </a:extLst>
            </p:cNvPr>
            <p:cNvSpPr/>
            <p:nvPr/>
          </p:nvSpPr>
          <p:spPr>
            <a:xfrm>
              <a:off x="720000" y="3636262"/>
              <a:ext cx="60008" cy="323165"/>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ko-KR" altLang="en-US" dirty="0">
                <a:solidFill>
                  <a:prstClr val="white"/>
                </a:solidFill>
                <a:latin typeface="SamsungOne-400" panose="020B0503030303020204" pitchFamily="34" charset="0"/>
                <a:ea typeface="맑은 고딕" panose="020B0503020000020004" pitchFamily="50" charset="-127"/>
              </a:endParaRPr>
            </a:p>
          </p:txBody>
        </p:sp>
      </p:grpSp>
    </p:spTree>
    <p:extLst>
      <p:ext uri="{BB962C8B-B14F-4D97-AF65-F5344CB8AC3E}">
        <p14:creationId xmlns:p14="http://schemas.microsoft.com/office/powerpoint/2010/main" val="21401156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19999" y="2494446"/>
            <a:ext cx="5186279" cy="1497008"/>
            <a:chOff x="719999" y="2494446"/>
            <a:chExt cx="5186279" cy="1497008"/>
          </a:xfrm>
        </p:grpSpPr>
        <p:sp>
          <p:nvSpPr>
            <p:cNvPr id="36" name="직사각형 133">
              <a:extLst>
                <a:ext uri="{FF2B5EF4-FFF2-40B4-BE49-F238E27FC236}">
                  <a16:creationId xmlns:a16="http://schemas.microsoft.com/office/drawing/2014/main" xmlns="" id="{9ECD4F1E-56F2-4389-8493-B26C356AB15F}"/>
                </a:ext>
              </a:extLst>
            </p:cNvPr>
            <p:cNvSpPr/>
            <p:nvPr/>
          </p:nvSpPr>
          <p:spPr>
            <a:xfrm>
              <a:off x="990000" y="2494446"/>
              <a:ext cx="4916278" cy="677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defRPr/>
              </a:pPr>
              <a:r>
                <a:rPr lang="en-US" altLang="ko-KR" sz="4400" dirty="0">
                  <a:solidFill>
                    <a:schemeClr val="tx1"/>
                  </a:solidFill>
                  <a:latin typeface="Samsung Sharp Sans Bold" pitchFamily="2" charset="0"/>
                  <a:ea typeface="Samsung Sharp Sans Bold" pitchFamily="2" charset="0"/>
                  <a:cs typeface="Samsung Sharp Sans Bold" pitchFamily="2" charset="0"/>
                </a:rPr>
                <a:t>Quiz</a:t>
              </a:r>
            </a:p>
          </p:txBody>
        </p:sp>
        <p:sp>
          <p:nvSpPr>
            <p:cNvPr id="37" name="직사각형 133">
              <a:extLst>
                <a:ext uri="{FF2B5EF4-FFF2-40B4-BE49-F238E27FC236}">
                  <a16:creationId xmlns:a16="http://schemas.microsoft.com/office/drawing/2014/main" xmlns="" id="{7E1FFB96-4B69-4AC9-8440-53675C6399E1}"/>
                </a:ext>
              </a:extLst>
            </p:cNvPr>
            <p:cNvSpPr/>
            <p:nvPr/>
          </p:nvSpPr>
          <p:spPr>
            <a:xfrm>
              <a:off x="990000" y="3622122"/>
              <a:ext cx="2210399"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200">
                <a:defRPr/>
              </a:pPr>
              <a:r>
                <a:rPr lang="en-US" altLang="ko-KR" sz="2400" dirty="0">
                  <a:solidFill>
                    <a:srgbClr val="1428A0"/>
                  </a:solidFill>
                  <a:latin typeface="Samsung Sharp Sans Bold" pitchFamily="2" charset="0"/>
                  <a:ea typeface="Samsung Sharp Sans Bold" pitchFamily="2" charset="0"/>
                  <a:cs typeface="Samsung Sharp Sans Bold" pitchFamily="2" charset="0"/>
                </a:rPr>
                <a:t>Chapter 5</a:t>
              </a:r>
            </a:p>
          </p:txBody>
        </p:sp>
        <p:sp>
          <p:nvSpPr>
            <p:cNvPr id="38" name="직사각형 14">
              <a:extLst>
                <a:ext uri="{FF2B5EF4-FFF2-40B4-BE49-F238E27FC236}">
                  <a16:creationId xmlns:a16="http://schemas.microsoft.com/office/drawing/2014/main" xmlns="" id="{6490A05B-990A-4F39-A4F0-CDC93970D232}"/>
                </a:ext>
              </a:extLst>
            </p:cNvPr>
            <p:cNvSpPr/>
            <p:nvPr/>
          </p:nvSpPr>
          <p:spPr>
            <a:xfrm>
              <a:off x="720000" y="3639860"/>
              <a:ext cx="60008" cy="323165"/>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ko-KR" altLang="en-US" dirty="0">
                <a:solidFill>
                  <a:prstClr val="white"/>
                </a:solidFill>
                <a:latin typeface="SamsungOne-400" panose="020B0503030303020204" pitchFamily="34" charset="0"/>
                <a:ea typeface="맑은 고딕" panose="020B0503020000020004" pitchFamily="50" charset="-127"/>
              </a:endParaRPr>
            </a:p>
          </p:txBody>
        </p:sp>
        <p:sp>
          <p:nvSpPr>
            <p:cNvPr id="39" name="직사각형 11">
              <a:extLst>
                <a:ext uri="{FF2B5EF4-FFF2-40B4-BE49-F238E27FC236}">
                  <a16:creationId xmlns:a16="http://schemas.microsoft.com/office/drawing/2014/main" xmlns="" id="{5D14EC55-4505-4D03-B538-D66AAACB366E}"/>
                </a:ext>
              </a:extLst>
            </p:cNvPr>
            <p:cNvSpPr/>
            <p:nvPr/>
          </p:nvSpPr>
          <p:spPr>
            <a:xfrm>
              <a:off x="719999" y="2494446"/>
              <a:ext cx="60008" cy="980695"/>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ko-KR" altLang="en-US" dirty="0">
                <a:solidFill>
                  <a:prstClr val="white"/>
                </a:solidFill>
                <a:latin typeface="SamsungOne-400" panose="020B0503030303020204" pitchFamily="34" charset="0"/>
                <a:ea typeface="맑은 고딕" panose="020B0503020000020004" pitchFamily="50" charset="-127"/>
              </a:endParaRPr>
            </a:p>
          </p:txBody>
        </p:sp>
      </p:grpSp>
      <p:sp>
        <p:nvSpPr>
          <p:cNvPr id="9" name="직사각형 8"/>
          <p:cNvSpPr/>
          <p:nvPr/>
        </p:nvSpPr>
        <p:spPr>
          <a:xfrm>
            <a:off x="719998" y="5382604"/>
            <a:ext cx="7106189" cy="586892"/>
          </a:xfrm>
          <a:prstGeom prst="rect">
            <a:avLst/>
          </a:prstGeom>
        </p:spPr>
        <p:txBody>
          <a:bodyPr wrap="square" lIns="0" tIns="0" rIns="0" bIns="0">
            <a:spAutoFit/>
          </a:bodyPr>
          <a:lstStyle/>
          <a:p>
            <a:pPr>
              <a:lnSpc>
                <a:spcPct val="107000"/>
              </a:lnSpc>
              <a:spcAft>
                <a:spcPts val="0"/>
              </a:spcAft>
            </a:pPr>
            <a:r>
              <a:rPr lang="ko-KR" altLang="ko-KR" sz="900" kern="100" dirty="0">
                <a:latin typeface="+mn-lt"/>
                <a:ea typeface="맑은 고딕" panose="020B0503020000020004" pitchFamily="50" charset="-127"/>
                <a:cs typeface="맑은 고딕" panose="020B0503020000020004" pitchFamily="50" charset="-127"/>
              </a:rPr>
              <a:t>ⓒ</a:t>
            </a:r>
            <a:r>
              <a:rPr lang="en-US" altLang="ko-KR" sz="900" kern="100" dirty="0">
                <a:latin typeface="+mn-lt"/>
                <a:ea typeface="SamsungOne-400"/>
                <a:cs typeface="Times New Roman" panose="02020603050405020304" pitchFamily="18" charset="0"/>
              </a:rPr>
              <a:t>2023 SAMSUNG. All rights reserved.</a:t>
            </a:r>
            <a:endParaRPr lang="ko-KR" altLang="ko-KR" sz="900" kern="100" dirty="0">
              <a:latin typeface="+mn-lt"/>
              <a:ea typeface="맑은 고딕" panose="020B0503020000020004" pitchFamily="50" charset="-127"/>
              <a:cs typeface="Times New Roman" panose="02020603050405020304" pitchFamily="18" charset="0"/>
            </a:endParaRPr>
          </a:p>
          <a:p>
            <a:pPr>
              <a:lnSpc>
                <a:spcPct val="107000"/>
              </a:lnSpc>
              <a:spcAft>
                <a:spcPts val="0"/>
              </a:spcAft>
            </a:pPr>
            <a:r>
              <a:rPr lang="en-US" altLang="ko-KR" sz="900" kern="100" dirty="0">
                <a:latin typeface="+mn-lt"/>
                <a:ea typeface="SamsungOne-400"/>
                <a:cs typeface="Times New Roman" panose="02020603050405020304" pitchFamily="18" charset="0"/>
              </a:rPr>
              <a:t>Samsung Electronics Corporate Citizenship Office holds the copyright of this document.</a:t>
            </a:r>
            <a:endParaRPr lang="ko-KR" altLang="ko-KR" sz="900" kern="100" dirty="0">
              <a:latin typeface="+mn-lt"/>
              <a:ea typeface="맑은 고딕" panose="020B0503020000020004" pitchFamily="50" charset="-127"/>
              <a:cs typeface="Times New Roman" panose="02020603050405020304" pitchFamily="18" charset="0"/>
            </a:endParaRPr>
          </a:p>
          <a:p>
            <a:pPr>
              <a:lnSpc>
                <a:spcPct val="107000"/>
              </a:lnSpc>
              <a:spcAft>
                <a:spcPts val="0"/>
              </a:spcAft>
            </a:pPr>
            <a:r>
              <a:rPr lang="en-US" altLang="ko-KR" sz="900" kern="100" dirty="0">
                <a:latin typeface="+mn-lt"/>
                <a:ea typeface="SamsungOne-400"/>
                <a:cs typeface="Times New Roman" panose="02020603050405020304" pitchFamily="18" charset="0"/>
              </a:rPr>
              <a:t>This document is a literary property protected by copyright law so reprint and reproduction without permission are prohibited. </a:t>
            </a:r>
            <a:endParaRPr lang="ko-KR" altLang="ko-KR" sz="900" kern="100" dirty="0">
              <a:latin typeface="+mn-lt"/>
              <a:ea typeface="맑은 고딕" panose="020B0503020000020004" pitchFamily="50" charset="-127"/>
              <a:cs typeface="Times New Roman" panose="02020603050405020304" pitchFamily="18" charset="0"/>
            </a:endParaRPr>
          </a:p>
          <a:p>
            <a:pPr>
              <a:lnSpc>
                <a:spcPct val="107000"/>
              </a:lnSpc>
              <a:spcAft>
                <a:spcPts val="0"/>
              </a:spcAft>
            </a:pPr>
            <a:r>
              <a:rPr lang="en-US" altLang="ko-KR" sz="900" kern="100" dirty="0">
                <a:latin typeface="+mn-lt"/>
                <a:ea typeface="SamsungOne-400"/>
                <a:cs typeface="Times New Roman" panose="02020603050405020304" pitchFamily="18" charset="0"/>
              </a:rPr>
              <a:t>To use this document other than the curriculum of Samsung innovation Campus, you must receive written consent from copyright holder.</a:t>
            </a:r>
            <a:endParaRPr lang="ko-KR" altLang="ko-KR" sz="900" kern="100" dirty="0">
              <a:effectLst/>
              <a:latin typeface="+mn-lt"/>
              <a:ea typeface="맑은 고딕" panose="020B0503020000020004" pitchFamily="50" charset="-127"/>
              <a:cs typeface="Times New Roman" panose="02020603050405020304" pitchFamily="18" charset="0"/>
            </a:endParaRPr>
          </a:p>
        </p:txBody>
      </p:sp>
      <p:sp>
        <p:nvSpPr>
          <p:cNvPr id="3" name="Rounded Rectangle 2"/>
          <p:cNvSpPr/>
          <p:nvPr/>
        </p:nvSpPr>
        <p:spPr>
          <a:xfrm>
            <a:off x="2948875" y="3648183"/>
            <a:ext cx="1707964" cy="305232"/>
          </a:xfrm>
          <a:prstGeom prst="round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r>
              <a:rPr lang="en-US" altLang="ko-KR" sz="1600" dirty="0">
                <a:solidFill>
                  <a:schemeClr val="bg1"/>
                </a:solidFill>
                <a:latin typeface="Samsung Sharp Sans Bold" pitchFamily="2" charset="0"/>
                <a:ea typeface="Samsung Sharp Sans Bold" pitchFamily="2" charset="0"/>
                <a:cs typeface="Samsung Sharp Sans Bold" pitchFamily="2" charset="0"/>
              </a:rPr>
              <a:t>For Student</a:t>
            </a:r>
            <a:endParaRPr lang="ko-KR" altLang="en-US" sz="1600" dirty="0">
              <a:solidFill>
                <a:schemeClr val="bg1"/>
              </a:solidFill>
              <a:latin typeface="Samsung Sharp Sans Bold" pitchFamily="2" charset="0"/>
              <a:ea typeface="Samsung Sharp Sans Bold" pitchFamily="2" charset="0"/>
              <a:cs typeface="Samsung Sharp Sans Bold" pitchFamily="2" charset="0"/>
            </a:endParaRPr>
          </a:p>
        </p:txBody>
      </p:sp>
    </p:spTree>
    <p:extLst>
      <p:ext uri="{BB962C8B-B14F-4D97-AF65-F5344CB8AC3E}">
        <p14:creationId xmlns:p14="http://schemas.microsoft.com/office/powerpoint/2010/main" val="2788545061"/>
      </p:ext>
    </p:extLst>
  </p:cSld>
  <p:clrMapOvr>
    <a:masterClrMapping/>
  </p:clrMapOvr>
  <p:extLst>
    <p:ext uri="{6950BFC3-D8DA-4A85-94F7-54DA5524770B}">
      <p188:commentRel xmlns:p188="http://schemas.microsoft.com/office/powerpoint/2018/8/main" xmlns=""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xmlns="" id="{C5C71516-92D0-4DA1-B7DA-7EF3FE5330F0}"/>
              </a:ext>
            </a:extLst>
          </p:cNvPr>
          <p:cNvSpPr/>
          <p:nvPr/>
        </p:nvSpPr>
        <p:spPr>
          <a:xfrm>
            <a:off x="6387737" y="324553"/>
            <a:ext cx="3065586" cy="430887"/>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27</a:t>
            </a:r>
          </a:p>
          <a:p>
            <a:pPr algn="r" defTabSz="457200">
              <a:defRPr/>
            </a:pPr>
            <a:r>
              <a:rPr lang="en-US" altLang="ko-KR" sz="1200" dirty="0">
                <a:solidFill>
                  <a:schemeClr val="bg1">
                    <a:lumMod val="85000"/>
                  </a:schemeClr>
                </a:solidFill>
                <a:latin typeface="Samsung Sharp Sans Medium" pitchFamily="2" charset="0"/>
                <a:ea typeface="Samsung Sharp Sans Medium" pitchFamily="2" charset="0"/>
                <a:cs typeface="Samsung Sharp Sans Medium" pitchFamily="2" charset="0"/>
              </a:rPr>
              <a:t>Bubble, Selection, and Insertion Sort</a:t>
            </a:r>
          </a:p>
        </p:txBody>
      </p:sp>
      <p:sp>
        <p:nvSpPr>
          <p:cNvPr id="19" name="직사각형 15">
            <a:extLst>
              <a:ext uri="{FF2B5EF4-FFF2-40B4-BE49-F238E27FC236}">
                <a16:creationId xmlns:a16="http://schemas.microsoft.com/office/drawing/2014/main" xmlns=""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27-01</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grpSp>
        <p:nvGrpSpPr>
          <p:cNvPr id="6" name="그룹 5">
            <a:extLst>
              <a:ext uri="{FF2B5EF4-FFF2-40B4-BE49-F238E27FC236}">
                <a16:creationId xmlns:a16="http://schemas.microsoft.com/office/drawing/2014/main" xmlns="" id="{F927C609-8038-1AA9-167D-C38E534620BC}"/>
              </a:ext>
            </a:extLst>
          </p:cNvPr>
          <p:cNvGrpSpPr/>
          <p:nvPr/>
        </p:nvGrpSpPr>
        <p:grpSpPr>
          <a:xfrm>
            <a:off x="463014" y="1796541"/>
            <a:ext cx="8924982" cy="4227741"/>
            <a:chOff x="463014" y="1796541"/>
            <a:chExt cx="8924982" cy="4227741"/>
          </a:xfrm>
        </p:grpSpPr>
        <p:sp>
          <p:nvSpPr>
            <p:cNvPr id="14" name="직사각형 2"/>
            <p:cNvSpPr/>
            <p:nvPr/>
          </p:nvSpPr>
          <p:spPr>
            <a:xfrm>
              <a:off x="463014" y="1796541"/>
              <a:ext cx="8924982" cy="4227741"/>
            </a:xfrm>
            <a:prstGeom prst="rect">
              <a:avLst/>
            </a:prstGeom>
            <a:solidFill>
              <a:schemeClr val="accent1">
                <a:lumMod val="20000"/>
                <a:lumOff val="80000"/>
              </a:schemeClr>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ko-KR" sz="1400" b="1" u="sng" dirty="0">
                <a:solidFill>
                  <a:srgbClr val="0D0D0D"/>
                </a:solidFill>
                <a:latin typeface="SamsungOne-400" panose="020B0503030303020204" pitchFamily="34" charset="0"/>
                <a:ea typeface="SamsungOne-400" panose="020B0503030303020204" pitchFamily="34" charset="0"/>
              </a:endParaRPr>
            </a:p>
          </p:txBody>
        </p:sp>
        <p:sp>
          <p:nvSpPr>
            <p:cNvPr id="22" name="직사각형 2"/>
            <p:cNvSpPr/>
            <p:nvPr/>
          </p:nvSpPr>
          <p:spPr>
            <a:xfrm>
              <a:off x="532099" y="1823457"/>
              <a:ext cx="8786811" cy="53826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ko-KR" sz="1300" b="1" dirty="0">
                  <a:solidFill>
                    <a:srgbClr val="0D0D0D"/>
                  </a:solidFill>
                  <a:latin typeface="SamsungOne-400" panose="020B0503030303020204" pitchFamily="34" charset="0"/>
                  <a:ea typeface="SamsungOne-400" panose="020B0503030303020204" pitchFamily="34" charset="0"/>
                </a:rPr>
                <a:t>How many swaps were executed in the bubble sort process below?</a:t>
              </a:r>
            </a:p>
          </p:txBody>
        </p:sp>
        <p:pic>
          <p:nvPicPr>
            <p:cNvPr id="3" name="그림 2">
              <a:extLst>
                <a:ext uri="{FF2B5EF4-FFF2-40B4-BE49-F238E27FC236}">
                  <a16:creationId xmlns:a16="http://schemas.microsoft.com/office/drawing/2014/main" xmlns="" id="{A11D269E-C02B-9565-A01D-330BCE14A216}"/>
                </a:ext>
              </a:extLst>
            </p:cNvPr>
            <p:cNvPicPr>
              <a:picLocks noChangeAspect="1"/>
            </p:cNvPicPr>
            <p:nvPr/>
          </p:nvPicPr>
          <p:blipFill rotWithShape="1">
            <a:blip r:embed="rId3"/>
            <a:srcRect r="13484"/>
            <a:stretch/>
          </p:blipFill>
          <p:spPr>
            <a:xfrm>
              <a:off x="609600" y="2283352"/>
              <a:ext cx="8570259" cy="3564284"/>
            </a:xfrm>
            <a:prstGeom prst="rect">
              <a:avLst/>
            </a:prstGeom>
          </p:spPr>
        </p:pic>
        <p:sp>
          <p:nvSpPr>
            <p:cNvPr id="5" name="직사각형 15">
              <a:extLst>
                <a:ext uri="{FF2B5EF4-FFF2-40B4-BE49-F238E27FC236}">
                  <a16:creationId xmlns:a16="http://schemas.microsoft.com/office/drawing/2014/main" xmlns="" id="{7F54E6A9-28D7-9248-A921-6005FCBC9DAD}"/>
                </a:ext>
              </a:extLst>
            </p:cNvPr>
            <p:cNvSpPr/>
            <p:nvPr/>
          </p:nvSpPr>
          <p:spPr>
            <a:xfrm>
              <a:off x="2221552" y="3476791"/>
              <a:ext cx="2556635" cy="228514"/>
            </a:xfrm>
            <a:prstGeom prst="rect">
              <a:avLst/>
            </a:prstGeom>
            <a:noFill/>
            <a:ln w="38100">
              <a:solidFill>
                <a:srgbClr val="193E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a:p>
          </p:txBody>
        </p:sp>
      </p:grpSp>
    </p:spTree>
    <p:extLst>
      <p:ext uri="{BB962C8B-B14F-4D97-AF65-F5344CB8AC3E}">
        <p14:creationId xmlns:p14="http://schemas.microsoft.com/office/powerpoint/2010/main" val="3738417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xmlns=""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27-02</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sp>
        <p:nvSpPr>
          <p:cNvPr id="12" name="직사각형 11">
            <a:extLst>
              <a:ext uri="{FF2B5EF4-FFF2-40B4-BE49-F238E27FC236}">
                <a16:creationId xmlns:a16="http://schemas.microsoft.com/office/drawing/2014/main" xmlns="" id="{C5C71516-92D0-4DA1-B7DA-7EF3FE5330F0}"/>
              </a:ext>
            </a:extLst>
          </p:cNvPr>
          <p:cNvSpPr/>
          <p:nvPr/>
        </p:nvSpPr>
        <p:spPr>
          <a:xfrm>
            <a:off x="6387737" y="324553"/>
            <a:ext cx="3065586" cy="430887"/>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27</a:t>
            </a:r>
          </a:p>
          <a:p>
            <a:pPr algn="r" defTabSz="457200">
              <a:defRPr/>
            </a:pPr>
            <a:r>
              <a:rPr lang="en-US" altLang="ko-KR" sz="1200" dirty="0">
                <a:solidFill>
                  <a:schemeClr val="bg1">
                    <a:lumMod val="85000"/>
                  </a:schemeClr>
                </a:solidFill>
                <a:latin typeface="Samsung Sharp Sans Medium" pitchFamily="2" charset="0"/>
                <a:ea typeface="Samsung Sharp Sans Medium" pitchFamily="2" charset="0"/>
                <a:cs typeface="Samsung Sharp Sans Medium" pitchFamily="2" charset="0"/>
              </a:rPr>
              <a:t>Bubble, Selection, and Insertion Sort</a:t>
            </a:r>
          </a:p>
        </p:txBody>
      </p:sp>
      <p:grpSp>
        <p:nvGrpSpPr>
          <p:cNvPr id="9" name="그룹 8">
            <a:extLst>
              <a:ext uri="{FF2B5EF4-FFF2-40B4-BE49-F238E27FC236}">
                <a16:creationId xmlns:a16="http://schemas.microsoft.com/office/drawing/2014/main" xmlns="" id="{4A502878-169F-607B-30F4-23766E889A1F}"/>
              </a:ext>
            </a:extLst>
          </p:cNvPr>
          <p:cNvGrpSpPr/>
          <p:nvPr/>
        </p:nvGrpSpPr>
        <p:grpSpPr>
          <a:xfrm>
            <a:off x="463014" y="1796541"/>
            <a:ext cx="8924982" cy="4478753"/>
            <a:chOff x="463014" y="1796541"/>
            <a:chExt cx="8924982" cy="4478753"/>
          </a:xfrm>
        </p:grpSpPr>
        <p:sp>
          <p:nvSpPr>
            <p:cNvPr id="14" name="직사각형 2"/>
            <p:cNvSpPr/>
            <p:nvPr/>
          </p:nvSpPr>
          <p:spPr>
            <a:xfrm>
              <a:off x="463014" y="1796541"/>
              <a:ext cx="8924982" cy="4478753"/>
            </a:xfrm>
            <a:prstGeom prst="rect">
              <a:avLst/>
            </a:prstGeom>
            <a:solidFill>
              <a:schemeClr val="accent1">
                <a:lumMod val="20000"/>
                <a:lumOff val="80000"/>
              </a:schemeClr>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ko-KR" sz="1400" b="1" u="sng" dirty="0">
                <a:solidFill>
                  <a:srgbClr val="0D0D0D"/>
                </a:solidFill>
                <a:latin typeface="SamsungOne-400" panose="020B0503030303020204" pitchFamily="34" charset="0"/>
                <a:ea typeface="SamsungOne-400" panose="020B0503030303020204" pitchFamily="34" charset="0"/>
              </a:endParaRPr>
            </a:p>
          </p:txBody>
        </p:sp>
        <p:sp>
          <p:nvSpPr>
            <p:cNvPr id="22" name="직사각형 2"/>
            <p:cNvSpPr/>
            <p:nvPr/>
          </p:nvSpPr>
          <p:spPr>
            <a:xfrm>
              <a:off x="532099" y="1823457"/>
              <a:ext cx="8786811" cy="53826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ko-KR" sz="1300" b="1" dirty="0">
                  <a:solidFill>
                    <a:srgbClr val="0D0D0D"/>
                  </a:solidFill>
                  <a:latin typeface="SamsungOne-400" panose="020B0503030303020204" pitchFamily="34" charset="0"/>
                  <a:ea typeface="SamsungOne-400" panose="020B0503030303020204" pitchFamily="34" charset="0"/>
                </a:rPr>
                <a:t>How many comparisons were executed in the insertion sort process below?</a:t>
              </a:r>
            </a:p>
          </p:txBody>
        </p:sp>
        <p:pic>
          <p:nvPicPr>
            <p:cNvPr id="6" name="그림 5">
              <a:extLst>
                <a:ext uri="{FF2B5EF4-FFF2-40B4-BE49-F238E27FC236}">
                  <a16:creationId xmlns:a16="http://schemas.microsoft.com/office/drawing/2014/main" xmlns="" id="{10E26B5A-A747-05AB-4221-27AF14C049B4}"/>
                </a:ext>
              </a:extLst>
            </p:cNvPr>
            <p:cNvPicPr>
              <a:picLocks noChangeAspect="1"/>
            </p:cNvPicPr>
            <p:nvPr/>
          </p:nvPicPr>
          <p:blipFill rotWithShape="1">
            <a:blip r:embed="rId3"/>
            <a:srcRect r="10441"/>
            <a:stretch/>
          </p:blipFill>
          <p:spPr>
            <a:xfrm>
              <a:off x="609600" y="2274386"/>
              <a:ext cx="8597153" cy="3827625"/>
            </a:xfrm>
            <a:prstGeom prst="rect">
              <a:avLst/>
            </a:prstGeom>
          </p:spPr>
        </p:pic>
        <p:sp>
          <p:nvSpPr>
            <p:cNvPr id="7" name="직사각형 15">
              <a:extLst>
                <a:ext uri="{FF2B5EF4-FFF2-40B4-BE49-F238E27FC236}">
                  <a16:creationId xmlns:a16="http://schemas.microsoft.com/office/drawing/2014/main" xmlns="" id="{9192BDF4-F01D-6A53-DBD4-9D22381A8088}"/>
                </a:ext>
              </a:extLst>
            </p:cNvPr>
            <p:cNvSpPr/>
            <p:nvPr/>
          </p:nvSpPr>
          <p:spPr>
            <a:xfrm>
              <a:off x="2858047" y="3423003"/>
              <a:ext cx="790588" cy="228514"/>
            </a:xfrm>
            <a:prstGeom prst="rect">
              <a:avLst/>
            </a:prstGeom>
            <a:noFill/>
            <a:ln w="38100">
              <a:solidFill>
                <a:srgbClr val="193E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a:p>
          </p:txBody>
        </p:sp>
      </p:grpSp>
    </p:spTree>
    <p:extLst>
      <p:ext uri="{BB962C8B-B14F-4D97-AF65-F5344CB8AC3E}">
        <p14:creationId xmlns:p14="http://schemas.microsoft.com/office/powerpoint/2010/main" val="2729672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xmlns=""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28-01</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sp>
        <p:nvSpPr>
          <p:cNvPr id="12" name="직사각형 11">
            <a:extLst>
              <a:ext uri="{FF2B5EF4-FFF2-40B4-BE49-F238E27FC236}">
                <a16:creationId xmlns:a16="http://schemas.microsoft.com/office/drawing/2014/main" xmlns="" id="{C5C71516-92D0-4DA1-B7DA-7EF3FE5330F0}"/>
              </a:ext>
            </a:extLst>
          </p:cNvPr>
          <p:cNvSpPr/>
          <p:nvPr/>
        </p:nvSpPr>
        <p:spPr>
          <a:xfrm>
            <a:off x="6387737" y="324553"/>
            <a:ext cx="3065586" cy="430887"/>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28</a:t>
            </a:r>
          </a:p>
          <a:p>
            <a:pPr algn="r" defTabSz="457200">
              <a:defRPr/>
            </a:pPr>
            <a:r>
              <a:rPr lang="en-US" altLang="ko-KR" sz="1200" dirty="0">
                <a:solidFill>
                  <a:schemeClr val="bg1">
                    <a:lumMod val="85000"/>
                  </a:schemeClr>
                </a:solidFill>
                <a:latin typeface="Samsung Sharp Sans Medium" pitchFamily="2" charset="0"/>
                <a:ea typeface="Samsung Sharp Sans Medium" pitchFamily="2" charset="0"/>
                <a:cs typeface="Samsung Sharp Sans Medium" pitchFamily="2" charset="0"/>
              </a:rPr>
              <a:t>Merge Sort</a:t>
            </a:r>
          </a:p>
        </p:txBody>
      </p:sp>
      <p:grpSp>
        <p:nvGrpSpPr>
          <p:cNvPr id="6" name="그룹 5">
            <a:extLst>
              <a:ext uri="{FF2B5EF4-FFF2-40B4-BE49-F238E27FC236}">
                <a16:creationId xmlns:a16="http://schemas.microsoft.com/office/drawing/2014/main" xmlns="" id="{436047FA-3191-2CFF-5E40-F0EC15BDC406}"/>
              </a:ext>
            </a:extLst>
          </p:cNvPr>
          <p:cNvGrpSpPr/>
          <p:nvPr/>
        </p:nvGrpSpPr>
        <p:grpSpPr>
          <a:xfrm>
            <a:off x="463014" y="1796543"/>
            <a:ext cx="8924982" cy="1305245"/>
            <a:chOff x="463014" y="1796543"/>
            <a:chExt cx="8924982" cy="1305245"/>
          </a:xfrm>
        </p:grpSpPr>
        <p:grpSp>
          <p:nvGrpSpPr>
            <p:cNvPr id="2" name="그룹 1"/>
            <p:cNvGrpSpPr/>
            <p:nvPr/>
          </p:nvGrpSpPr>
          <p:grpSpPr>
            <a:xfrm>
              <a:off x="463014" y="1796543"/>
              <a:ext cx="8924982" cy="1305245"/>
              <a:chOff x="463014" y="1796543"/>
              <a:chExt cx="8924982" cy="1305245"/>
            </a:xfrm>
          </p:grpSpPr>
          <p:sp>
            <p:nvSpPr>
              <p:cNvPr id="3" name="직사각형 2"/>
              <p:cNvSpPr/>
              <p:nvPr/>
            </p:nvSpPr>
            <p:spPr>
              <a:xfrm>
                <a:off x="463014" y="1796543"/>
                <a:ext cx="8924982" cy="1305245"/>
              </a:xfrm>
              <a:prstGeom prst="rect">
                <a:avLst/>
              </a:prstGeom>
              <a:solidFill>
                <a:schemeClr val="accent1">
                  <a:lumMod val="20000"/>
                  <a:lumOff val="80000"/>
                </a:schemeClr>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ko-KR" sz="1400" b="1" u="sng" dirty="0">
                  <a:solidFill>
                    <a:srgbClr val="0D0D0D"/>
                  </a:solidFill>
                  <a:latin typeface="SamsungOne-400" panose="020B0503030303020204" pitchFamily="34" charset="0"/>
                  <a:ea typeface="SamsungOne-400" panose="020B0503030303020204" pitchFamily="34" charset="0"/>
                </a:endParaRPr>
              </a:p>
            </p:txBody>
          </p:sp>
          <p:sp>
            <p:nvSpPr>
              <p:cNvPr id="15" name="직사각형 2"/>
              <p:cNvSpPr/>
              <p:nvPr/>
            </p:nvSpPr>
            <p:spPr>
              <a:xfrm>
                <a:off x="532099" y="1823457"/>
                <a:ext cx="8786811" cy="53826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ko-KR" sz="1300" b="1" dirty="0">
                    <a:solidFill>
                      <a:srgbClr val="0D0D0D"/>
                    </a:solidFill>
                    <a:latin typeface="SamsungOne-400" panose="020B0503030303020204" pitchFamily="34" charset="0"/>
                    <a:ea typeface="SamsungOne-400" panose="020B0503030303020204" pitchFamily="34" charset="0"/>
                  </a:rPr>
                  <a:t>How many times was the </a:t>
                </a:r>
                <a:r>
                  <a:rPr lang="en-US" altLang="ko-KR" sz="1300" b="1" dirty="0" err="1">
                    <a:solidFill>
                      <a:srgbClr val="0D0D0D"/>
                    </a:solidFill>
                    <a:latin typeface="SamsungOne-400" panose="020B0503030303020204" pitchFamily="34" charset="0"/>
                    <a:ea typeface="SamsungOne-400" panose="020B0503030303020204" pitchFamily="34" charset="0"/>
                  </a:rPr>
                  <a:t>merge2</a:t>
                </a:r>
                <a:r>
                  <a:rPr lang="en-US" altLang="ko-KR" sz="1300" b="1" dirty="0">
                    <a:solidFill>
                      <a:srgbClr val="0D0D0D"/>
                    </a:solidFill>
                    <a:latin typeface="SamsungOne-400" panose="020B0503030303020204" pitchFamily="34" charset="0"/>
                    <a:ea typeface="SamsungOne-400" panose="020B0503030303020204" pitchFamily="34" charset="0"/>
                  </a:rPr>
                  <a:t>() function executed in the merge sort process below?</a:t>
                </a:r>
              </a:p>
            </p:txBody>
          </p:sp>
        </p:grpSp>
        <p:pic>
          <p:nvPicPr>
            <p:cNvPr id="5" name="그림 4">
              <a:extLst>
                <a:ext uri="{FF2B5EF4-FFF2-40B4-BE49-F238E27FC236}">
                  <a16:creationId xmlns:a16="http://schemas.microsoft.com/office/drawing/2014/main" xmlns="" id="{F507381C-5AA5-FD8D-B8A8-F9A5489F17A0}"/>
                </a:ext>
              </a:extLst>
            </p:cNvPr>
            <p:cNvPicPr>
              <a:picLocks noChangeAspect="1"/>
            </p:cNvPicPr>
            <p:nvPr/>
          </p:nvPicPr>
          <p:blipFill rotWithShape="1">
            <a:blip r:embed="rId3"/>
            <a:srcRect r="13303"/>
            <a:stretch/>
          </p:blipFill>
          <p:spPr>
            <a:xfrm>
              <a:off x="618565" y="2256152"/>
              <a:ext cx="8588188" cy="732047"/>
            </a:xfrm>
            <a:prstGeom prst="rect">
              <a:avLst/>
            </a:prstGeom>
          </p:spPr>
        </p:pic>
      </p:grpSp>
    </p:spTree>
    <p:extLst>
      <p:ext uri="{BB962C8B-B14F-4D97-AF65-F5344CB8AC3E}">
        <p14:creationId xmlns:p14="http://schemas.microsoft.com/office/powerpoint/2010/main" val="22995368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xmlns=""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29-01</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sp>
        <p:nvSpPr>
          <p:cNvPr id="11" name="직사각형 11">
            <a:extLst>
              <a:ext uri="{FF2B5EF4-FFF2-40B4-BE49-F238E27FC236}">
                <a16:creationId xmlns:a16="http://schemas.microsoft.com/office/drawing/2014/main" xmlns="" id="{C5C71516-92D0-4DA1-B7DA-7EF3FE5330F0}"/>
              </a:ext>
            </a:extLst>
          </p:cNvPr>
          <p:cNvSpPr/>
          <p:nvPr/>
        </p:nvSpPr>
        <p:spPr>
          <a:xfrm>
            <a:off x="6387737" y="324553"/>
            <a:ext cx="3065586" cy="430887"/>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29</a:t>
            </a:r>
          </a:p>
          <a:p>
            <a:pPr algn="r" defTabSz="457200">
              <a:defRPr/>
            </a:pPr>
            <a:r>
              <a:rPr lang="en-US" altLang="ko-KR" sz="1200" dirty="0">
                <a:solidFill>
                  <a:schemeClr val="bg1">
                    <a:lumMod val="85000"/>
                  </a:schemeClr>
                </a:solidFill>
                <a:latin typeface="Samsung Sharp Sans Medium" pitchFamily="2" charset="0"/>
                <a:ea typeface="Samsung Sharp Sans Medium" pitchFamily="2" charset="0"/>
                <a:cs typeface="Samsung Sharp Sans Medium" pitchFamily="2" charset="0"/>
              </a:rPr>
              <a:t>Quick Sort</a:t>
            </a:r>
          </a:p>
        </p:txBody>
      </p:sp>
      <p:grpSp>
        <p:nvGrpSpPr>
          <p:cNvPr id="6" name="그룹 5">
            <a:extLst>
              <a:ext uri="{FF2B5EF4-FFF2-40B4-BE49-F238E27FC236}">
                <a16:creationId xmlns:a16="http://schemas.microsoft.com/office/drawing/2014/main" xmlns="" id="{F3ECDC9D-E831-0E78-B6B5-E0868E2FEB18}"/>
              </a:ext>
            </a:extLst>
          </p:cNvPr>
          <p:cNvGrpSpPr/>
          <p:nvPr/>
        </p:nvGrpSpPr>
        <p:grpSpPr>
          <a:xfrm>
            <a:off x="463014" y="1796543"/>
            <a:ext cx="8924982" cy="1303337"/>
            <a:chOff x="463014" y="1796543"/>
            <a:chExt cx="8924982" cy="1303337"/>
          </a:xfrm>
        </p:grpSpPr>
        <p:grpSp>
          <p:nvGrpSpPr>
            <p:cNvPr id="4" name="그룹 3"/>
            <p:cNvGrpSpPr/>
            <p:nvPr/>
          </p:nvGrpSpPr>
          <p:grpSpPr>
            <a:xfrm>
              <a:off x="463014" y="1796543"/>
              <a:ext cx="8924982" cy="1303337"/>
              <a:chOff x="463014" y="1796543"/>
              <a:chExt cx="8924982" cy="1303337"/>
            </a:xfrm>
          </p:grpSpPr>
          <p:sp>
            <p:nvSpPr>
              <p:cNvPr id="3" name="직사각형 2"/>
              <p:cNvSpPr/>
              <p:nvPr/>
            </p:nvSpPr>
            <p:spPr>
              <a:xfrm>
                <a:off x="463014" y="1796543"/>
                <a:ext cx="8924982" cy="1303337"/>
              </a:xfrm>
              <a:prstGeom prst="rect">
                <a:avLst/>
              </a:prstGeom>
              <a:solidFill>
                <a:schemeClr val="accent1">
                  <a:lumMod val="20000"/>
                  <a:lumOff val="80000"/>
                </a:schemeClr>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ko-KR" sz="1400" b="1" u="sng" dirty="0">
                  <a:solidFill>
                    <a:srgbClr val="0D0D0D"/>
                  </a:solidFill>
                  <a:latin typeface="SamsungOne-400" panose="020B0503030303020204" pitchFamily="34" charset="0"/>
                  <a:ea typeface="SamsungOne-400" panose="020B0503030303020204" pitchFamily="34" charset="0"/>
                </a:endParaRPr>
              </a:p>
            </p:txBody>
          </p:sp>
          <p:sp>
            <p:nvSpPr>
              <p:cNvPr id="12" name="직사각형 2"/>
              <p:cNvSpPr/>
              <p:nvPr/>
            </p:nvSpPr>
            <p:spPr>
              <a:xfrm>
                <a:off x="532099" y="1823457"/>
                <a:ext cx="8786811" cy="53826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ko-KR" sz="1300" b="1" dirty="0">
                    <a:solidFill>
                      <a:srgbClr val="0D0D0D"/>
                    </a:solidFill>
                    <a:latin typeface="SamsungOne-400" panose="020B0503030303020204" pitchFamily="34" charset="0"/>
                    <a:ea typeface="SamsungOne-400" panose="020B0503030303020204" pitchFamily="34" charset="0"/>
                  </a:rPr>
                  <a:t>Given the list below, write the output after executing the </a:t>
                </a:r>
                <a:r>
                  <a:rPr lang="en-US" altLang="ko-KR" sz="1300" b="1" dirty="0" err="1">
                    <a:solidFill>
                      <a:srgbClr val="0D0D0D"/>
                    </a:solidFill>
                    <a:latin typeface="SamsungOne-400" panose="020B0503030303020204" pitchFamily="34" charset="0"/>
                    <a:ea typeface="SamsungOne-400" panose="020B0503030303020204" pitchFamily="34" charset="0"/>
                  </a:rPr>
                  <a:t>partition1</a:t>
                </a:r>
                <a:r>
                  <a:rPr lang="en-US" altLang="ko-KR" sz="1300" b="1" dirty="0">
                    <a:solidFill>
                      <a:srgbClr val="0D0D0D"/>
                    </a:solidFill>
                    <a:latin typeface="SamsungOne-400" panose="020B0503030303020204" pitchFamily="34" charset="0"/>
                    <a:ea typeface="SamsungOne-400" panose="020B0503030303020204" pitchFamily="34" charset="0"/>
                  </a:rPr>
                  <a:t>() function.</a:t>
                </a:r>
              </a:p>
            </p:txBody>
          </p:sp>
        </p:grpSp>
        <p:pic>
          <p:nvPicPr>
            <p:cNvPr id="5" name="그림 4">
              <a:extLst>
                <a:ext uri="{FF2B5EF4-FFF2-40B4-BE49-F238E27FC236}">
                  <a16:creationId xmlns:a16="http://schemas.microsoft.com/office/drawing/2014/main" xmlns="" id="{90838707-CD96-9938-5063-4786AB5D65FD}"/>
                </a:ext>
              </a:extLst>
            </p:cNvPr>
            <p:cNvPicPr>
              <a:picLocks noChangeAspect="1"/>
            </p:cNvPicPr>
            <p:nvPr/>
          </p:nvPicPr>
          <p:blipFill rotWithShape="1">
            <a:blip r:embed="rId3"/>
            <a:srcRect r="13213" b="40541"/>
            <a:stretch/>
          </p:blipFill>
          <p:spPr>
            <a:xfrm>
              <a:off x="618564" y="2247814"/>
              <a:ext cx="8597154" cy="722365"/>
            </a:xfrm>
            <a:prstGeom prst="rect">
              <a:avLst/>
            </a:prstGeom>
          </p:spPr>
        </p:pic>
      </p:grpSp>
    </p:spTree>
    <p:extLst>
      <p:ext uri="{BB962C8B-B14F-4D97-AF65-F5344CB8AC3E}">
        <p14:creationId xmlns:p14="http://schemas.microsoft.com/office/powerpoint/2010/main" val="3222210668"/>
      </p:ext>
    </p:extLst>
  </p:cSld>
  <p:clrMapOvr>
    <a:masterClrMapping/>
  </p:clrMapOvr>
</p:sld>
</file>

<file path=ppt/theme/theme1.xml><?xml version="1.0" encoding="utf-8"?>
<a:theme xmlns:a="http://schemas.openxmlformats.org/drawingml/2006/main" name="Office Theme">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SamsungOne 400"/>
        <a:ea typeface="Samsung Sharp Sans"/>
        <a:cs typeface=""/>
      </a:majorFont>
      <a:minorFont>
        <a:latin typeface="SamsungOne 400"/>
        <a:ea typeface="Samsung Sharp Sans"/>
        <a:cs typeface=""/>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10257</TotalTime>
  <Words>170</Words>
  <Application>Microsoft Office PowerPoint</Application>
  <PresentationFormat>A4 용지(210x297mm)</PresentationFormat>
  <Paragraphs>31</Paragraphs>
  <Slides>6</Slides>
  <Notes>6</Notes>
  <HiddenSlides>0</HiddenSlides>
  <MMClips>0</MMClips>
  <ScaleCrop>false</ScaleCrop>
  <HeadingPairs>
    <vt:vector size="6" baseType="variant">
      <vt:variant>
        <vt:lpstr>사용한 글꼴</vt:lpstr>
      </vt:variant>
      <vt:variant>
        <vt:i4>13</vt:i4>
      </vt:variant>
      <vt:variant>
        <vt:lpstr>테마</vt:lpstr>
      </vt:variant>
      <vt:variant>
        <vt:i4>1</vt:i4>
      </vt:variant>
      <vt:variant>
        <vt:lpstr>슬라이드 제목</vt:lpstr>
      </vt:variant>
      <vt:variant>
        <vt:i4>6</vt:i4>
      </vt:variant>
    </vt:vector>
  </HeadingPairs>
  <TitlesOfParts>
    <vt:vector size="20" baseType="lpstr">
      <vt:lpstr>맑은 고딕</vt:lpstr>
      <vt:lpstr>Samsung Sharp Sans</vt:lpstr>
      <vt:lpstr>SamsungOne-400</vt:lpstr>
      <vt:lpstr>Arial</vt:lpstr>
      <vt:lpstr>Times New Roman</vt:lpstr>
      <vt:lpstr>SamsungOne-400C</vt:lpstr>
      <vt:lpstr>굴림</vt:lpstr>
      <vt:lpstr>Samsung Sharp Sans Bold</vt:lpstr>
      <vt:lpstr>D2Coding</vt:lpstr>
      <vt:lpstr>Malgun Gothic Semilight</vt:lpstr>
      <vt:lpstr>Arial Unicode MS</vt:lpstr>
      <vt:lpstr>SamsungOne 400</vt:lpstr>
      <vt:lpstr>Samsung Sharp Sans Medium</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cp:lastModifiedBy>Soomin Kim</cp:lastModifiedBy>
  <cp:revision>617</cp:revision>
  <cp:lastPrinted>2021-06-22T04:42:01Z</cp:lastPrinted>
  <dcterms:created xsi:type="dcterms:W3CDTF">2009-02-24T02:14:00Z</dcterms:created>
  <dcterms:modified xsi:type="dcterms:W3CDTF">2023-08-30T04:38:29Z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