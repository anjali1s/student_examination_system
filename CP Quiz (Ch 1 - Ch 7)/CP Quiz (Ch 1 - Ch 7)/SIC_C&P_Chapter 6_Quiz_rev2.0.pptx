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BE3_37BE4988.xml" ContentType="application/vnd.ms-powerpoint.comment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6" r:id="rId1"/>
  </p:sldMasterIdLst>
  <p:notesMasterIdLst>
    <p:notesMasterId r:id="rId14"/>
  </p:notesMasterIdLst>
  <p:sldIdLst>
    <p:sldId id="3042" r:id="rId2"/>
    <p:sldId id="3043" r:id="rId3"/>
    <p:sldId id="3038" r:id="rId4"/>
    <p:sldId id="3036" r:id="rId5"/>
    <p:sldId id="3044" r:id="rId6"/>
    <p:sldId id="3034" r:id="rId7"/>
    <p:sldId id="3035" r:id="rId8"/>
    <p:sldId id="3046" r:id="rId9"/>
    <p:sldId id="3030" r:id="rId10"/>
    <p:sldId id="3031" r:id="rId11"/>
    <p:sldId id="3032" r:id="rId12"/>
    <p:sldId id="3045" r:id="rId13"/>
  </p:sldIdLst>
  <p:sldSz cx="9906000" cy="6858000" type="A4"/>
  <p:notesSz cx="6797675" cy="9926638"/>
  <p:embeddedFontLst>
    <p:embeddedFont>
      <p:font typeface="Samsung Sharp Sans Bold" pitchFamily="2" charset="0"/>
      <p:bold r:id="rId15"/>
    </p:embeddedFont>
    <p:embeddedFont>
      <p:font typeface="SamsungOne-400" panose="020B0503030303020204" pitchFamily="34" charset="0"/>
      <p:regular r:id="rId16"/>
    </p:embeddedFont>
    <p:embeddedFont>
      <p:font typeface="SamsungOne 400" panose="020B0503030303020204" pitchFamily="34" charset="0"/>
      <p:regular r:id="rId17"/>
    </p:embeddedFont>
    <p:embeddedFont>
      <p:font typeface="Malgun Gothic Semilight" panose="020B0502040204020203" pitchFamily="50" charset="-127"/>
      <p:regular r:id="rId18"/>
    </p:embeddedFont>
    <p:embeddedFont>
      <p:font typeface="Arial Unicode MS" panose="020B0604020202020204" pitchFamily="50" charset="-127"/>
      <p:regular r:id="rId19"/>
    </p:embeddedFont>
    <p:embeddedFont>
      <p:font typeface="Samsung Sharp Sans" pitchFamily="2" charset="0"/>
      <p:bold r:id="rId20"/>
    </p:embeddedFont>
    <p:embeddedFont>
      <p:font typeface="맑은 고딕" panose="020B0503020000020004" pitchFamily="50" charset="-127"/>
      <p:regular r:id="rId21"/>
      <p:bold r:id="rId22"/>
    </p:embeddedFont>
    <p:embeddedFont>
      <p:font typeface="D2Coding" panose="020B0609020101020101" pitchFamily="49" charset="-127"/>
      <p:regular r:id="rId23"/>
      <p:bold r:id="rId24"/>
    </p:embeddedFont>
    <p:embeddedFont>
      <p:font typeface="SamsungOne-400C" panose="020B0506030303020204" pitchFamily="34" charset="0"/>
      <p:regular r:id="rId25"/>
    </p:embeddedFont>
    <p:embeddedFont>
      <p:font typeface="Samsung Sharp Sans Medium" pitchFamily="2" charset="0"/>
      <p:bold r:id="rId26"/>
    </p:embeddedFont>
  </p:embeddedFontLst>
  <p:defaultTextStyle>
    <a:defPPr>
      <a:defRPr lang="ko-KR"/>
    </a:defPPr>
    <a:lvl1pPr algn="l" rtl="0" fontAlgn="base" latinLnBrk="1">
      <a:spcBef>
        <a:spcPct val="0"/>
      </a:spcBef>
      <a:spcAft>
        <a:spcPct val="0"/>
      </a:spcAft>
      <a:defRPr kumimoji="1" kern="1200">
        <a:solidFill>
          <a:schemeClr val="tx1"/>
        </a:solidFill>
        <a:latin typeface="굴림" charset="-127"/>
        <a:ea typeface="맑은 고딕"/>
        <a:cs typeface="맑은 고딕"/>
      </a:defRPr>
    </a:lvl1pPr>
    <a:lvl2pPr marL="457200" algn="l" rtl="0" fontAlgn="base" latinLnBrk="1">
      <a:spcBef>
        <a:spcPct val="0"/>
      </a:spcBef>
      <a:spcAft>
        <a:spcPct val="0"/>
      </a:spcAft>
      <a:defRPr kumimoji="1" kern="1200">
        <a:solidFill>
          <a:schemeClr val="tx1"/>
        </a:solidFill>
        <a:latin typeface="굴림" charset="-127"/>
        <a:ea typeface="맑은 고딕"/>
        <a:cs typeface="맑은 고딕"/>
      </a:defRPr>
    </a:lvl2pPr>
    <a:lvl3pPr marL="914400" algn="l" rtl="0" fontAlgn="base" latinLnBrk="1">
      <a:spcBef>
        <a:spcPct val="0"/>
      </a:spcBef>
      <a:spcAft>
        <a:spcPct val="0"/>
      </a:spcAft>
      <a:defRPr kumimoji="1" kern="1200">
        <a:solidFill>
          <a:schemeClr val="tx1"/>
        </a:solidFill>
        <a:latin typeface="굴림" charset="-127"/>
        <a:ea typeface="맑은 고딕"/>
        <a:cs typeface="맑은 고딕"/>
      </a:defRPr>
    </a:lvl3pPr>
    <a:lvl4pPr marL="1371600" algn="l" rtl="0" fontAlgn="base" latinLnBrk="1">
      <a:spcBef>
        <a:spcPct val="0"/>
      </a:spcBef>
      <a:spcAft>
        <a:spcPct val="0"/>
      </a:spcAft>
      <a:defRPr kumimoji="1" kern="1200">
        <a:solidFill>
          <a:schemeClr val="tx1"/>
        </a:solidFill>
        <a:latin typeface="굴림" charset="-127"/>
        <a:ea typeface="맑은 고딕"/>
        <a:cs typeface="맑은 고딕"/>
      </a:defRPr>
    </a:lvl4pPr>
    <a:lvl5pPr marL="1828800" algn="l" rtl="0" fontAlgn="base" latinLnBrk="1">
      <a:spcBef>
        <a:spcPct val="0"/>
      </a:spcBef>
      <a:spcAft>
        <a:spcPct val="0"/>
      </a:spcAft>
      <a:defRPr kumimoji="1" kern="1200">
        <a:solidFill>
          <a:schemeClr val="tx1"/>
        </a:solidFill>
        <a:latin typeface="굴림" charset="-127"/>
        <a:ea typeface="맑은 고딕"/>
        <a:cs typeface="맑은 고딕"/>
      </a:defRPr>
    </a:lvl5pPr>
    <a:lvl6pPr marL="2286000" algn="l" defTabSz="914400" rtl="0" eaLnBrk="1" latinLnBrk="1" hangingPunct="1">
      <a:defRPr kumimoji="1" kern="1200">
        <a:solidFill>
          <a:schemeClr val="tx1"/>
        </a:solidFill>
        <a:latin typeface="굴림" charset="-127"/>
        <a:ea typeface="맑은 고딕"/>
        <a:cs typeface="맑은 고딕"/>
      </a:defRPr>
    </a:lvl6pPr>
    <a:lvl7pPr marL="2743200" algn="l" defTabSz="914400" rtl="0" eaLnBrk="1" latinLnBrk="1" hangingPunct="1">
      <a:defRPr kumimoji="1" kern="1200">
        <a:solidFill>
          <a:schemeClr val="tx1"/>
        </a:solidFill>
        <a:latin typeface="굴림" charset="-127"/>
        <a:ea typeface="맑은 고딕"/>
        <a:cs typeface="맑은 고딕"/>
      </a:defRPr>
    </a:lvl7pPr>
    <a:lvl8pPr marL="3200400" algn="l" defTabSz="914400" rtl="0" eaLnBrk="1" latinLnBrk="1" hangingPunct="1">
      <a:defRPr kumimoji="1" kern="1200">
        <a:solidFill>
          <a:schemeClr val="tx1"/>
        </a:solidFill>
        <a:latin typeface="굴림" charset="-127"/>
        <a:ea typeface="맑은 고딕"/>
        <a:cs typeface="맑은 고딕"/>
      </a:defRPr>
    </a:lvl8pPr>
    <a:lvl9pPr marL="3657600" algn="l" defTabSz="914400" rtl="0" eaLnBrk="1" latinLnBrk="1" hangingPunct="1">
      <a:defRPr kumimoji="1" kern="1200">
        <a:solidFill>
          <a:schemeClr val="tx1"/>
        </a:solidFill>
        <a:latin typeface="굴림" charset="-127"/>
        <a:ea typeface="맑은 고딕"/>
        <a:cs typeface="맑은 고딕"/>
      </a:defRPr>
    </a:lvl9pPr>
  </p:defaultTextStyle>
  <p:extLst>
    <p:ext uri="{521415D9-36F7-43E2-AB2F-B90AF26B5E84}">
      <p14:sectionLst xmlns:p14="http://schemas.microsoft.com/office/powerpoint/2010/main">
        <p14:section name="Introduction" id="{C50C7387-EA84-4D30-9098-AF7FF6D3A976}">
          <p14:sldIdLst>
            <p14:sldId id="3042"/>
            <p14:sldId id="3043"/>
          </p14:sldIdLst>
        </p14:section>
        <p14:section name="Unit 30" id="{9A8A9D25-11F2-4C7D-8B83-EF26535281C8}">
          <p14:sldIdLst>
            <p14:sldId id="3038"/>
          </p14:sldIdLst>
        </p14:section>
        <p14:section name="Unit 31" id="{378F446D-3BC4-4328-8F0B-AAE9D4E9A909}">
          <p14:sldIdLst>
            <p14:sldId id="3036"/>
            <p14:sldId id="3044"/>
          </p14:sldIdLst>
        </p14:section>
        <p14:section name="Unit 32" id="{C7C9B4AF-26CE-46D5-8CCC-B0C098432B9D}">
          <p14:sldIdLst>
            <p14:sldId id="3034"/>
            <p14:sldId id="3035"/>
          </p14:sldIdLst>
        </p14:section>
        <p14:section name="Unit 33" id="{18660920-32A9-4AD5-B5DC-699AD75CD8C1}">
          <p14:sldIdLst>
            <p14:sldId id="3046"/>
            <p14:sldId id="3030"/>
            <p14:sldId id="3031"/>
            <p14:sldId id="3032"/>
            <p14:sldId id="3045"/>
          </p14:sldIdLst>
        </p14:section>
      </p14:sectionLst>
    </p:ext>
    <p:ext uri="{EFAFB233-063F-42B5-8137-9DF3F51BA10A}">
      <p15:sldGuideLst xmlns:p15="http://schemas.microsoft.com/office/powerpoint/2012/main">
        <p15:guide id="1" orient="horz" pos="777" userDrawn="1">
          <p15:clr>
            <a:srgbClr val="A4A3A4"/>
          </p15:clr>
        </p15:guide>
        <p15:guide id="2" pos="3120" userDrawn="1">
          <p15:clr>
            <a:srgbClr val="A4A3A4"/>
          </p15:clr>
        </p15:guide>
        <p15:guide id="3" orient="horz" pos="141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FBFBFB"/>
    <a:srgbClr val="F7F7F7"/>
    <a:srgbClr val="007375"/>
    <a:srgbClr val="B237FE"/>
    <a:srgbClr val="508000"/>
    <a:srgbClr val="1429A0"/>
    <a:srgbClr val="B1DAEC"/>
    <a:srgbClr val="ECEFF6"/>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12DA7-45D6-44BA-850F-520819CE36D3}" v="3" dt="2021-11-04T00:55:57.46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밝은 스타일 3 - 강조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70" autoAdjust="0"/>
    <p:restoredTop sz="96564" autoAdjust="0"/>
  </p:normalViewPr>
  <p:slideViewPr>
    <p:cSldViewPr snapToGrid="0">
      <p:cViewPr varScale="1">
        <p:scale>
          <a:sx n="80" d="100"/>
          <a:sy n="80" d="100"/>
        </p:scale>
        <p:origin x="1364" y="55"/>
      </p:cViewPr>
      <p:guideLst>
        <p:guide orient="horz" pos="777"/>
        <p:guide pos="3120"/>
        <p:guide orient="horz" pos="1412"/>
      </p:guideLst>
    </p:cSldViewPr>
  </p:slideViewPr>
  <p:notesTextViewPr>
    <p:cViewPr>
      <p:scale>
        <a:sx n="100" d="100"/>
        <a:sy n="100" d="100"/>
      </p:scale>
      <p:origin x="0" y="0"/>
    </p:cViewPr>
  </p:notesTextViewPr>
  <p:sorterViewPr>
    <p:cViewPr varScale="1">
      <p:scale>
        <a:sx n="100" d="100"/>
        <a:sy n="100" d="100"/>
      </p:scale>
      <p:origin x="0" y="-17080"/>
    </p:cViewPr>
  </p:sorterViewPr>
  <p:notesViewPr>
    <p:cSldViewPr snapToGrid="0" showGuides="1">
      <p:cViewPr>
        <p:scale>
          <a:sx n="50" d="100"/>
          <a:sy n="50" d="100"/>
        </p:scale>
        <p:origin x="5622" y="205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박동규" userId="cebcdd3f-733e-4af1-b963-9742717e494c" providerId="ADAL" clId="{E4212DA7-45D6-44BA-850F-520819CE36D3}"/>
    <pc:docChg chg="undo custSel addSld delSld modSld modSection">
      <pc:chgData name="박동규" userId="cebcdd3f-733e-4af1-b963-9742717e494c" providerId="ADAL" clId="{E4212DA7-45D6-44BA-850F-520819CE36D3}" dt="2021-11-04T01:49:41.389" v="105"/>
      <pc:docMkLst>
        <pc:docMk/>
      </pc:docMkLst>
      <pc:sldChg chg="modSp mod">
        <pc:chgData name="박동규" userId="cebcdd3f-733e-4af1-b963-9742717e494c" providerId="ADAL" clId="{E4212DA7-45D6-44BA-850F-520819CE36D3}" dt="2021-11-04T01:48:51.226" v="104" actId="20577"/>
        <pc:sldMkLst>
          <pc:docMk/>
          <pc:sldMk cId="1687910065" sldId="2526"/>
        </pc:sldMkLst>
        <pc:spChg chg="mod">
          <ac:chgData name="박동규" userId="cebcdd3f-733e-4af1-b963-9742717e494c" providerId="ADAL" clId="{E4212DA7-45D6-44BA-850F-520819CE36D3}" dt="2021-11-04T01:48:51.226" v="104" actId="20577"/>
          <ac:spMkLst>
            <pc:docMk/>
            <pc:sldMk cId="1687910065" sldId="2526"/>
            <ac:spMk id="7" creationId="{098B3BC4-54EF-41AF-855E-5709EC4F2206}"/>
          </ac:spMkLst>
        </pc:spChg>
      </pc:sldChg>
      <pc:sldChg chg="modSp mod">
        <pc:chgData name="박동규" userId="cebcdd3f-733e-4af1-b963-9742717e494c" providerId="ADAL" clId="{E4212DA7-45D6-44BA-850F-520819CE36D3}" dt="2021-11-04T00:21:02.192" v="22"/>
        <pc:sldMkLst>
          <pc:docMk/>
          <pc:sldMk cId="1862257395" sldId="2586"/>
        </pc:sldMkLst>
        <pc:spChg chg="mod">
          <ac:chgData name="박동규" userId="cebcdd3f-733e-4af1-b963-9742717e494c" providerId="ADAL" clId="{E4212DA7-45D6-44BA-850F-520819CE36D3}" dt="2021-11-04T00:21:02.192" v="22"/>
          <ac:spMkLst>
            <pc:docMk/>
            <pc:sldMk cId="1862257395" sldId="2586"/>
            <ac:spMk id="7" creationId="{098B3BC4-54EF-41AF-855E-5709EC4F2206}"/>
          </ac:spMkLst>
        </pc:spChg>
      </pc:sldChg>
      <pc:sldChg chg="addSp modSp add">
        <pc:chgData name="박동규" userId="cebcdd3f-733e-4af1-b963-9742717e494c" providerId="ADAL" clId="{E4212DA7-45D6-44BA-850F-520819CE36D3}" dt="2021-11-04T00:55:57.465" v="39"/>
        <pc:sldMkLst>
          <pc:docMk/>
          <pc:sldMk cId="3822211056" sldId="2587"/>
        </pc:sldMkLst>
        <pc:spChg chg="add mod">
          <ac:chgData name="박동규" userId="cebcdd3f-733e-4af1-b963-9742717e494c" providerId="ADAL" clId="{E4212DA7-45D6-44BA-850F-520819CE36D3}" dt="2021-11-04T00:55:57.465" v="39"/>
          <ac:spMkLst>
            <pc:docMk/>
            <pc:sldMk cId="3822211056" sldId="2587"/>
            <ac:spMk id="11" creationId="{A6C4B92D-D856-48F6-B621-0D35AA45FBFA}"/>
          </ac:spMkLst>
        </pc:spChg>
      </pc:sldChg>
      <pc:sldChg chg="modSp mod">
        <pc:chgData name="박동규" userId="cebcdd3f-733e-4af1-b963-9742717e494c" providerId="ADAL" clId="{E4212DA7-45D6-44BA-850F-520819CE36D3}" dt="2021-11-04T01:49:41.389" v="105"/>
        <pc:sldMkLst>
          <pc:docMk/>
          <pc:sldMk cId="3929552358" sldId="2656"/>
        </pc:sldMkLst>
        <pc:spChg chg="mod">
          <ac:chgData name="박동규" userId="cebcdd3f-733e-4af1-b963-9742717e494c" providerId="ADAL" clId="{E4212DA7-45D6-44BA-850F-520819CE36D3}" dt="2021-11-04T01:49:41.389" v="105"/>
          <ac:spMkLst>
            <pc:docMk/>
            <pc:sldMk cId="3929552358" sldId="2656"/>
            <ac:spMk id="7" creationId="{098B3BC4-54EF-41AF-855E-5709EC4F2206}"/>
          </ac:spMkLst>
        </pc:spChg>
      </pc:sldChg>
      <pc:sldChg chg="addSp delSp modSp mod">
        <pc:chgData name="박동규" userId="cebcdd3f-733e-4af1-b963-9742717e494c" providerId="ADAL" clId="{E4212DA7-45D6-44BA-850F-520819CE36D3}" dt="2021-11-04T00:32:04.709" v="30" actId="20577"/>
        <pc:sldMkLst>
          <pc:docMk/>
          <pc:sldMk cId="2675816459" sldId="2715"/>
        </pc:sldMkLst>
        <pc:spChg chg="mod">
          <ac:chgData name="박동규" userId="cebcdd3f-733e-4af1-b963-9742717e494c" providerId="ADAL" clId="{E4212DA7-45D6-44BA-850F-520819CE36D3}" dt="2021-11-04T00:32:04.709" v="30" actId="20577"/>
          <ac:spMkLst>
            <pc:docMk/>
            <pc:sldMk cId="2675816459" sldId="2715"/>
            <ac:spMk id="7" creationId="{098B3BC4-54EF-41AF-855E-5709EC4F2206}"/>
          </ac:spMkLst>
        </pc:spChg>
        <pc:picChg chg="add">
          <ac:chgData name="박동규" userId="cebcdd3f-733e-4af1-b963-9742717e494c" providerId="ADAL" clId="{E4212DA7-45D6-44BA-850F-520819CE36D3}" dt="2021-11-04T00:31:46.976" v="27" actId="22"/>
          <ac:picMkLst>
            <pc:docMk/>
            <pc:sldMk cId="2675816459" sldId="2715"/>
            <ac:picMk id="3" creationId="{CDEA5D61-257F-4EB8-96C1-5F6948FA6A6A}"/>
          </ac:picMkLst>
        </pc:picChg>
        <pc:picChg chg="del">
          <ac:chgData name="박동규" userId="cebcdd3f-733e-4af1-b963-9742717e494c" providerId="ADAL" clId="{E4212DA7-45D6-44BA-850F-520819CE36D3}" dt="2021-11-04T00:31:45.501" v="26" actId="478"/>
          <ac:picMkLst>
            <pc:docMk/>
            <pc:sldMk cId="2675816459" sldId="2715"/>
            <ac:picMk id="4" creationId="{D8768A06-272B-46F1-B021-C71C0BD24602}"/>
          </ac:picMkLst>
        </pc:picChg>
      </pc:sldChg>
      <pc:sldChg chg="addSp delSp modSp mod">
        <pc:chgData name="박동규" userId="cebcdd3f-733e-4af1-b963-9742717e494c" providerId="ADAL" clId="{E4212DA7-45D6-44BA-850F-520819CE36D3}" dt="2021-11-04T00:17:00.607" v="21" actId="1076"/>
        <pc:sldMkLst>
          <pc:docMk/>
          <pc:sldMk cId="2822199397" sldId="2798"/>
        </pc:sldMkLst>
        <pc:spChg chg="mod">
          <ac:chgData name="박동규" userId="cebcdd3f-733e-4af1-b963-9742717e494c" providerId="ADAL" clId="{E4212DA7-45D6-44BA-850F-520819CE36D3}" dt="2021-11-04T00:17:00.607" v="21" actId="1076"/>
          <ac:spMkLst>
            <pc:docMk/>
            <pc:sldMk cId="2822199397" sldId="2798"/>
            <ac:spMk id="11" creationId="{2948BCDC-D5A4-4DA7-B485-FC0F0F067CB6}"/>
          </ac:spMkLst>
        </pc:spChg>
        <pc:picChg chg="add del">
          <ac:chgData name="박동규" userId="cebcdd3f-733e-4af1-b963-9742717e494c" providerId="ADAL" clId="{E4212DA7-45D6-44BA-850F-520819CE36D3}" dt="2021-11-04T00:16:27.154" v="16" actId="478"/>
          <ac:picMkLst>
            <pc:docMk/>
            <pc:sldMk cId="2822199397" sldId="2798"/>
            <ac:picMk id="3" creationId="{7C818CC8-E3B5-4289-B497-E7725B1085EC}"/>
          </ac:picMkLst>
        </pc:picChg>
      </pc:sldChg>
      <pc:sldChg chg="modSp mod">
        <pc:chgData name="박동규" userId="cebcdd3f-733e-4af1-b963-9742717e494c" providerId="ADAL" clId="{E4212DA7-45D6-44BA-850F-520819CE36D3}" dt="2021-11-04T01:47:37.946" v="102" actId="20577"/>
        <pc:sldMkLst>
          <pc:docMk/>
          <pc:sldMk cId="2283536802" sldId="2975"/>
        </pc:sldMkLst>
        <pc:spChg chg="mod">
          <ac:chgData name="박동규" userId="cebcdd3f-733e-4af1-b963-9742717e494c" providerId="ADAL" clId="{E4212DA7-45D6-44BA-850F-520819CE36D3}" dt="2021-11-04T01:47:37.946" v="102" actId="20577"/>
          <ac:spMkLst>
            <pc:docMk/>
            <pc:sldMk cId="2283536802" sldId="2975"/>
            <ac:spMk id="12" creationId="{2E7E9385-5F19-434F-9180-C7FCAD49FE85}"/>
          </ac:spMkLst>
        </pc:spChg>
      </pc:sldChg>
      <pc:sldChg chg="modSp mod">
        <pc:chgData name="박동규" userId="cebcdd3f-733e-4af1-b963-9742717e494c" providerId="ADAL" clId="{E4212DA7-45D6-44BA-850F-520819CE36D3}" dt="2021-11-04T00:33:25.005" v="33" actId="20577"/>
        <pc:sldMkLst>
          <pc:docMk/>
          <pc:sldMk cId="1601219893" sldId="2986"/>
        </pc:sldMkLst>
        <pc:spChg chg="mod">
          <ac:chgData name="박동규" userId="cebcdd3f-733e-4af1-b963-9742717e494c" providerId="ADAL" clId="{E4212DA7-45D6-44BA-850F-520819CE36D3}" dt="2021-11-04T00:33:25.005" v="33" actId="20577"/>
          <ac:spMkLst>
            <pc:docMk/>
            <pc:sldMk cId="1601219893" sldId="2986"/>
            <ac:spMk id="7" creationId="{098B3BC4-54EF-41AF-855E-5709EC4F2206}"/>
          </ac:spMkLst>
        </pc:spChg>
      </pc:sldChg>
      <pc:sldChg chg="del">
        <pc:chgData name="박동규" userId="cebcdd3f-733e-4af1-b963-9742717e494c" providerId="ADAL" clId="{E4212DA7-45D6-44BA-850F-520819CE36D3}" dt="2021-11-04T01:05:51.966" v="54" actId="47"/>
        <pc:sldMkLst>
          <pc:docMk/>
          <pc:sldMk cId="3423196370" sldId="2988"/>
        </pc:sldMkLst>
      </pc:sldChg>
      <pc:sldChg chg="modSp mod">
        <pc:chgData name="박동규" userId="cebcdd3f-733e-4af1-b963-9742717e494c" providerId="ADAL" clId="{E4212DA7-45D6-44BA-850F-520819CE36D3}" dt="2021-11-04T00:46:32.773" v="36" actId="1076"/>
        <pc:sldMkLst>
          <pc:docMk/>
          <pc:sldMk cId="1300875742" sldId="2990"/>
        </pc:sldMkLst>
        <pc:spChg chg="mod">
          <ac:chgData name="박동규" userId="cebcdd3f-733e-4af1-b963-9742717e494c" providerId="ADAL" clId="{E4212DA7-45D6-44BA-850F-520819CE36D3}" dt="2021-11-04T00:46:29.429" v="35"/>
          <ac:spMkLst>
            <pc:docMk/>
            <pc:sldMk cId="1300875742" sldId="2990"/>
            <ac:spMk id="7" creationId="{098B3BC4-54EF-41AF-855E-5709EC4F2206}"/>
          </ac:spMkLst>
        </pc:spChg>
        <pc:picChg chg="mod">
          <ac:chgData name="박동규" userId="cebcdd3f-733e-4af1-b963-9742717e494c" providerId="ADAL" clId="{E4212DA7-45D6-44BA-850F-520819CE36D3}" dt="2021-11-04T00:46:32.773" v="36" actId="1076"/>
          <ac:picMkLst>
            <pc:docMk/>
            <pc:sldMk cId="1300875742" sldId="2990"/>
            <ac:picMk id="11" creationId="{F91E95F0-09BC-478D-9A29-E50FF90834BF}"/>
          </ac:picMkLst>
        </pc:picChg>
      </pc:sldChg>
      <pc:sldChg chg="modSp mod">
        <pc:chgData name="박동규" userId="cebcdd3f-733e-4af1-b963-9742717e494c" providerId="ADAL" clId="{E4212DA7-45D6-44BA-850F-520819CE36D3}" dt="2021-11-04T00:50:07.051" v="37"/>
        <pc:sldMkLst>
          <pc:docMk/>
          <pc:sldMk cId="3397613258" sldId="2992"/>
        </pc:sldMkLst>
        <pc:spChg chg="mod">
          <ac:chgData name="박동규" userId="cebcdd3f-733e-4af1-b963-9742717e494c" providerId="ADAL" clId="{E4212DA7-45D6-44BA-850F-520819CE36D3}" dt="2021-11-04T00:50:07.051" v="37"/>
          <ac:spMkLst>
            <pc:docMk/>
            <pc:sldMk cId="3397613258" sldId="2992"/>
            <ac:spMk id="7" creationId="{098B3BC4-54EF-41AF-855E-5709EC4F2206}"/>
          </ac:spMkLst>
        </pc:spChg>
      </pc:sldChg>
      <pc:sldChg chg="modSp mod">
        <pc:chgData name="박동규" userId="cebcdd3f-733e-4af1-b963-9742717e494c" providerId="ADAL" clId="{E4212DA7-45D6-44BA-850F-520819CE36D3}" dt="2021-11-04T01:08:16.306" v="55"/>
        <pc:sldMkLst>
          <pc:docMk/>
          <pc:sldMk cId="2908122821" sldId="2994"/>
        </pc:sldMkLst>
        <pc:spChg chg="mod">
          <ac:chgData name="박동규" userId="cebcdd3f-733e-4af1-b963-9742717e494c" providerId="ADAL" clId="{E4212DA7-45D6-44BA-850F-520819CE36D3}" dt="2021-11-04T01:08:16.306" v="55"/>
          <ac:spMkLst>
            <pc:docMk/>
            <pc:sldMk cId="2908122821" sldId="2994"/>
            <ac:spMk id="7" creationId="{098B3BC4-54EF-41AF-855E-5709EC4F2206}"/>
          </ac:spMkLst>
        </pc:spChg>
      </pc:sldChg>
      <pc:sldChg chg="modSp mod">
        <pc:chgData name="박동규" userId="cebcdd3f-733e-4af1-b963-9742717e494c" providerId="ADAL" clId="{E4212DA7-45D6-44BA-850F-520819CE36D3}" dt="2021-11-04T01:10:17.610" v="59" actId="1076"/>
        <pc:sldMkLst>
          <pc:docMk/>
          <pc:sldMk cId="4182535131" sldId="2996"/>
        </pc:sldMkLst>
        <pc:spChg chg="mod">
          <ac:chgData name="박동규" userId="cebcdd3f-733e-4af1-b963-9742717e494c" providerId="ADAL" clId="{E4212DA7-45D6-44BA-850F-520819CE36D3}" dt="2021-11-04T01:10:17.610" v="59" actId="1076"/>
          <ac:spMkLst>
            <pc:docMk/>
            <pc:sldMk cId="4182535131" sldId="2996"/>
            <ac:spMk id="7" creationId="{098B3BC4-54EF-41AF-855E-5709EC4F2206}"/>
          </ac:spMkLst>
        </pc:spChg>
      </pc:sldChg>
      <pc:sldChg chg="modSp mod">
        <pc:chgData name="박동규" userId="cebcdd3f-733e-4af1-b963-9742717e494c" providerId="ADAL" clId="{E4212DA7-45D6-44BA-850F-520819CE36D3}" dt="2021-11-04T01:17:39.650" v="80" actId="1036"/>
        <pc:sldMkLst>
          <pc:docMk/>
          <pc:sldMk cId="2246439665" sldId="2998"/>
        </pc:sldMkLst>
        <pc:spChg chg="mod">
          <ac:chgData name="박동규" userId="cebcdd3f-733e-4af1-b963-9742717e494c" providerId="ADAL" clId="{E4212DA7-45D6-44BA-850F-520819CE36D3}" dt="2021-11-04T01:17:33.628" v="61"/>
          <ac:spMkLst>
            <pc:docMk/>
            <pc:sldMk cId="2246439665" sldId="2998"/>
            <ac:spMk id="7" creationId="{098B3BC4-54EF-41AF-855E-5709EC4F2206}"/>
          </ac:spMkLst>
        </pc:spChg>
        <pc:picChg chg="mod">
          <ac:chgData name="박동규" userId="cebcdd3f-733e-4af1-b963-9742717e494c" providerId="ADAL" clId="{E4212DA7-45D6-44BA-850F-520819CE36D3}" dt="2021-11-04T01:17:39.650" v="80" actId="1036"/>
          <ac:picMkLst>
            <pc:docMk/>
            <pc:sldMk cId="2246439665" sldId="2998"/>
            <ac:picMk id="3" creationId="{97F44354-7771-467A-B484-74164DA3487F}"/>
          </ac:picMkLst>
        </pc:picChg>
        <pc:picChg chg="mod">
          <ac:chgData name="박동규" userId="cebcdd3f-733e-4af1-b963-9742717e494c" providerId="ADAL" clId="{E4212DA7-45D6-44BA-850F-520819CE36D3}" dt="2021-11-04T01:17:39.650" v="80" actId="1036"/>
          <ac:picMkLst>
            <pc:docMk/>
            <pc:sldMk cId="2246439665" sldId="2998"/>
            <ac:picMk id="5" creationId="{2EF826B5-F853-4981-9F8F-4E869A158357}"/>
          </ac:picMkLst>
        </pc:picChg>
      </pc:sldChg>
      <pc:sldChg chg="modSp mod">
        <pc:chgData name="박동규" userId="cebcdd3f-733e-4af1-b963-9742717e494c" providerId="ADAL" clId="{E4212DA7-45D6-44BA-850F-520819CE36D3}" dt="2021-11-04T01:34:08.278" v="89" actId="1035"/>
        <pc:sldMkLst>
          <pc:docMk/>
          <pc:sldMk cId="3128447954" sldId="3001"/>
        </pc:sldMkLst>
        <pc:spChg chg="mod">
          <ac:chgData name="박동규" userId="cebcdd3f-733e-4af1-b963-9742717e494c" providerId="ADAL" clId="{E4212DA7-45D6-44BA-850F-520819CE36D3}" dt="2021-11-04T01:34:08.278" v="89" actId="1035"/>
          <ac:spMkLst>
            <pc:docMk/>
            <pc:sldMk cId="3128447954" sldId="3001"/>
            <ac:spMk id="7" creationId="{098B3BC4-54EF-41AF-855E-5709EC4F2206}"/>
          </ac:spMkLst>
        </pc:spChg>
      </pc:sldChg>
      <pc:sldChg chg="modSp mod">
        <pc:chgData name="박동규" userId="cebcdd3f-733e-4af1-b963-9742717e494c" providerId="ADAL" clId="{E4212DA7-45D6-44BA-850F-520819CE36D3}" dt="2021-11-04T01:35:59.888" v="91" actId="1076"/>
        <pc:sldMkLst>
          <pc:docMk/>
          <pc:sldMk cId="2334632377" sldId="3004"/>
        </pc:sldMkLst>
        <pc:spChg chg="mod">
          <ac:chgData name="박동규" userId="cebcdd3f-733e-4af1-b963-9742717e494c" providerId="ADAL" clId="{E4212DA7-45D6-44BA-850F-520819CE36D3}" dt="2021-11-04T01:35:55.948" v="90"/>
          <ac:spMkLst>
            <pc:docMk/>
            <pc:sldMk cId="2334632377" sldId="3004"/>
            <ac:spMk id="7" creationId="{098B3BC4-54EF-41AF-855E-5709EC4F2206}"/>
          </ac:spMkLst>
        </pc:spChg>
        <pc:picChg chg="mod">
          <ac:chgData name="박동규" userId="cebcdd3f-733e-4af1-b963-9742717e494c" providerId="ADAL" clId="{E4212DA7-45D6-44BA-850F-520819CE36D3}" dt="2021-11-04T01:35:59.888" v="91" actId="1076"/>
          <ac:picMkLst>
            <pc:docMk/>
            <pc:sldMk cId="2334632377" sldId="3004"/>
            <ac:picMk id="3" creationId="{0B82A508-C231-4551-9676-020402CAA4F7}"/>
          </ac:picMkLst>
        </pc:picChg>
      </pc:sldChg>
      <pc:sldChg chg="modSp mod">
        <pc:chgData name="박동규" userId="cebcdd3f-733e-4af1-b963-9742717e494c" providerId="ADAL" clId="{E4212DA7-45D6-44BA-850F-520819CE36D3}" dt="2021-11-04T01:40:08.200" v="97"/>
        <pc:sldMkLst>
          <pc:docMk/>
          <pc:sldMk cId="3370622175" sldId="3010"/>
        </pc:sldMkLst>
        <pc:spChg chg="mod">
          <ac:chgData name="박동규" userId="cebcdd3f-733e-4af1-b963-9742717e494c" providerId="ADAL" clId="{E4212DA7-45D6-44BA-850F-520819CE36D3}" dt="2021-11-04T01:40:08.200" v="97"/>
          <ac:spMkLst>
            <pc:docMk/>
            <pc:sldMk cId="3370622175" sldId="3010"/>
            <ac:spMk id="7" creationId="{098B3BC4-54EF-41AF-855E-5709EC4F2206}"/>
          </ac:spMkLst>
        </pc:spChg>
      </pc:sldChg>
      <pc:sldChg chg="modSp mod">
        <pc:chgData name="박동규" userId="cebcdd3f-733e-4af1-b963-9742717e494c" providerId="ADAL" clId="{E4212DA7-45D6-44BA-850F-520819CE36D3}" dt="2021-11-04T01:42:39.988" v="99" actId="1076"/>
        <pc:sldMkLst>
          <pc:docMk/>
          <pc:sldMk cId="3788433133" sldId="3013"/>
        </pc:sldMkLst>
        <pc:spChg chg="mod">
          <ac:chgData name="박동규" userId="cebcdd3f-733e-4af1-b963-9742717e494c" providerId="ADAL" clId="{E4212DA7-45D6-44BA-850F-520819CE36D3}" dt="2021-11-04T01:42:39.988" v="99" actId="1076"/>
          <ac:spMkLst>
            <pc:docMk/>
            <pc:sldMk cId="3788433133" sldId="3013"/>
            <ac:spMk id="7" creationId="{098B3BC4-54EF-41AF-855E-5709EC4F2206}"/>
          </ac:spMkLst>
        </pc:spChg>
      </pc:sldChg>
    </pc:docChg>
  </pc:docChgLst>
</pc:chgInfo>
</file>

<file path=ppt/comments/modernComment_BE3_37BE4988.xml><?xml version="1.0" encoding="utf-8"?>
<p188:cmLst xmlns:a="http://schemas.openxmlformats.org/drawingml/2006/main" xmlns:r="http://schemas.openxmlformats.org/officeDocument/2006/relationships" xmlns:p188="http://schemas.microsoft.com/office/powerpoint/2018/8/main">
  <p188:cm id="{45A8F5F2-7A3B-43EB-BE82-756BE32C6984}" authorId="{E68DBF29-173B-1EE4-E980-EBF86C79181A}" created="2021-09-22T16:01:10.606">
    <pc:sldMkLst xmlns:pc="http://schemas.microsoft.com/office/powerpoint/2013/main/command">
      <pc:docMk/>
      <pc:sldMk cId="3277173789" sldId="2252"/>
    </pc:sldMkLst>
    <p188:txBody>
      <a:bodyPr/>
      <a:lstStyle/>
      <a:p>
        <a:r>
          <a:rPr lang="en-GB"/>
          <a:t>Just an overall suggestion for this course - putting the important key terms in a different colored font so they do not blend in and get lost within the main text.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cs typeface="+mn-cs"/>
              </a:defRPr>
            </a:lvl1pPr>
          </a:lstStyle>
          <a:p>
            <a:pPr>
              <a:defRPr/>
            </a:pPr>
            <a:fld id="{AE4902DF-A078-44AD-8D07-985A76E39BC0}" type="datetimeFigureOut">
              <a:rPr lang="ko-KR" altLang="en-US"/>
              <a:pPr>
                <a:defRPr/>
              </a:pPr>
              <a:t>2023-09-06</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cs typeface="+mn-cs"/>
              </a:defRPr>
            </a:lvl1pPr>
          </a:lstStyle>
          <a:p>
            <a:pPr>
              <a:defRPr/>
            </a:pPr>
            <a:fld id="{FADF23B2-3342-4405-8E32-027ADF311D3F}" type="slidenum">
              <a:rPr lang="ko-KR" altLang="en-US"/>
              <a:pPr>
                <a:defRPr/>
              </a:pPr>
              <a:t>‹#›</a:t>
            </a:fld>
            <a:endParaRPr lang="ko-KR" altLang="en-US"/>
          </a:p>
        </p:txBody>
      </p:sp>
    </p:spTree>
    <p:extLst>
      <p:ext uri="{BB962C8B-B14F-4D97-AF65-F5344CB8AC3E}">
        <p14:creationId xmlns:p14="http://schemas.microsoft.com/office/powerpoint/2010/main" val="31348902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82563" y="539750"/>
            <a:ext cx="6527800" cy="4521200"/>
          </a:xfrm>
        </p:spPr>
      </p:sp>
      <p:sp>
        <p:nvSpPr>
          <p:cNvPr id="3" name="슬라이드 노트 개체 틀 2"/>
          <p:cNvSpPr>
            <a:spLocks noGrp="1"/>
          </p:cNvSpPr>
          <p:nvPr>
            <p:ph type="body" idx="1"/>
          </p:nvPr>
        </p:nvSpPr>
        <p:spPr>
          <a:xfrm>
            <a:off x="679768" y="5376929"/>
            <a:ext cx="5438140" cy="3805211"/>
          </a:xfr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F0BCE-8842-48BB-B417-565C32B10224}" type="slidenum">
              <a:rPr kumimoji="0" lang="ko-KR" altLang="en-US" sz="1300" b="0" i="0" u="none" strike="noStrike" kern="1200" cap="none" spc="0" normalizeH="0" baseline="0" noProof="0" smtClean="0">
                <a:ln>
                  <a:noFill/>
                </a:ln>
                <a:solidFill>
                  <a:prstClr val="black"/>
                </a:solidFill>
                <a:effectLst/>
                <a:uLnTx/>
                <a:uFillTx/>
                <a:latin typeface="SamsungOne-400" panose="020B0503030303020204" pitchFamily="34" charset="0"/>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ko-KR" altLang="en-US" sz="1300" b="0" i="0" u="none" strike="noStrike" kern="1200" cap="none" spc="0" normalizeH="0" baseline="0" noProof="0" dirty="0">
              <a:ln>
                <a:noFill/>
              </a:ln>
              <a:solidFill>
                <a:prstClr val="black"/>
              </a:solidFill>
              <a:effectLst/>
              <a:uLnTx/>
              <a:uFillTx/>
              <a:latin typeface="SamsungOne-400" panose="020B0503030303020204" pitchFamily="34" charset="0"/>
              <a:ea typeface="맑은 고딕" panose="020B0503020000020004" pitchFamily="50" charset="-127"/>
              <a:cs typeface="+mn-cs"/>
            </a:endParaRPr>
          </a:p>
        </p:txBody>
      </p:sp>
    </p:spTree>
    <p:extLst>
      <p:ext uri="{BB962C8B-B14F-4D97-AF65-F5344CB8AC3E}">
        <p14:creationId xmlns:p14="http://schemas.microsoft.com/office/powerpoint/2010/main" val="3760803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pPr>
              <a:defRPr/>
            </a:pPr>
            <a:fld id="{FADF23B2-3342-4405-8E32-027ADF311D3F}" type="slidenum">
              <a:rPr lang="ko-KR" altLang="en-US" smtClean="0"/>
              <a:pPr>
                <a:defRPr/>
              </a:pPr>
              <a:t>2</a:t>
            </a:fld>
            <a:endParaRPr lang="ko-KR" altLang="en-US" dirty="0"/>
          </a:p>
        </p:txBody>
      </p:sp>
    </p:spTree>
    <p:extLst>
      <p:ext uri="{BB962C8B-B14F-4D97-AF65-F5344CB8AC3E}">
        <p14:creationId xmlns:p14="http://schemas.microsoft.com/office/powerpoint/2010/main" val="2977539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3</a:t>
            </a:fld>
            <a:endParaRPr lang="ko-KR" altLang="en-US"/>
          </a:p>
        </p:txBody>
      </p:sp>
    </p:spTree>
    <p:extLst>
      <p:ext uri="{BB962C8B-B14F-4D97-AF65-F5344CB8AC3E}">
        <p14:creationId xmlns:p14="http://schemas.microsoft.com/office/powerpoint/2010/main" val="1875031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4</a:t>
            </a:fld>
            <a:endParaRPr lang="ko-KR" altLang="en-US"/>
          </a:p>
        </p:txBody>
      </p:sp>
    </p:spTree>
    <p:extLst>
      <p:ext uri="{BB962C8B-B14F-4D97-AF65-F5344CB8AC3E}">
        <p14:creationId xmlns:p14="http://schemas.microsoft.com/office/powerpoint/2010/main" val="891357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5</a:t>
            </a:fld>
            <a:endParaRPr lang="ko-KR" altLang="en-US"/>
          </a:p>
        </p:txBody>
      </p:sp>
    </p:spTree>
    <p:extLst>
      <p:ext uri="{BB962C8B-B14F-4D97-AF65-F5344CB8AC3E}">
        <p14:creationId xmlns:p14="http://schemas.microsoft.com/office/powerpoint/2010/main" val="2888720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6</a:t>
            </a:fld>
            <a:endParaRPr lang="ko-KR" altLang="en-US"/>
          </a:p>
        </p:txBody>
      </p:sp>
    </p:spTree>
    <p:extLst>
      <p:ext uri="{BB962C8B-B14F-4D97-AF65-F5344CB8AC3E}">
        <p14:creationId xmlns:p14="http://schemas.microsoft.com/office/powerpoint/2010/main" val="3591974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7</a:t>
            </a:fld>
            <a:endParaRPr lang="ko-KR" altLang="en-US"/>
          </a:p>
        </p:txBody>
      </p:sp>
    </p:spTree>
    <p:extLst>
      <p:ext uri="{BB962C8B-B14F-4D97-AF65-F5344CB8AC3E}">
        <p14:creationId xmlns:p14="http://schemas.microsoft.com/office/powerpoint/2010/main" val="145219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8</a:t>
            </a:fld>
            <a:endParaRPr lang="ko-KR" altLang="en-US"/>
          </a:p>
        </p:txBody>
      </p:sp>
    </p:spTree>
    <p:extLst>
      <p:ext uri="{BB962C8B-B14F-4D97-AF65-F5344CB8AC3E}">
        <p14:creationId xmlns:p14="http://schemas.microsoft.com/office/powerpoint/2010/main" val="345365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9</a:t>
            </a:fld>
            <a:endParaRPr lang="ko-KR" altLang="en-US"/>
          </a:p>
        </p:txBody>
      </p:sp>
    </p:spTree>
    <p:extLst>
      <p:ext uri="{BB962C8B-B14F-4D97-AF65-F5344CB8AC3E}">
        <p14:creationId xmlns:p14="http://schemas.microsoft.com/office/powerpoint/2010/main" val="2942743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10</a:t>
            </a:fld>
            <a:endParaRPr lang="ko-KR" altLang="en-US"/>
          </a:p>
        </p:txBody>
      </p:sp>
    </p:spTree>
    <p:extLst>
      <p:ext uri="{BB962C8B-B14F-4D97-AF65-F5344CB8AC3E}">
        <p14:creationId xmlns:p14="http://schemas.microsoft.com/office/powerpoint/2010/main" val="1805087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11</a:t>
            </a:fld>
            <a:endParaRPr lang="ko-KR" altLang="en-US"/>
          </a:p>
        </p:txBody>
      </p:sp>
    </p:spTree>
    <p:extLst>
      <p:ext uri="{BB962C8B-B14F-4D97-AF65-F5344CB8AC3E}">
        <p14:creationId xmlns:p14="http://schemas.microsoft.com/office/powerpoint/2010/main" val="2356596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12</a:t>
            </a:fld>
            <a:endParaRPr lang="ko-KR" altLang="en-US"/>
          </a:p>
        </p:txBody>
      </p:sp>
    </p:spTree>
    <p:extLst>
      <p:ext uri="{BB962C8B-B14F-4D97-AF65-F5344CB8AC3E}">
        <p14:creationId xmlns:p14="http://schemas.microsoft.com/office/powerpoint/2010/main" val="2624535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7948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07832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14354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352121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sp>
        <p:nvSpPr>
          <p:cNvPr id="9"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2"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5743575" y="6498000"/>
            <a:ext cx="3455732"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6. Algorithm 3 – Problem Solving with Algorithms</a:t>
            </a:r>
          </a:p>
        </p:txBody>
      </p:sp>
      <p:grpSp>
        <p:nvGrpSpPr>
          <p:cNvPr id="15" name="Group 14"/>
          <p:cNvGrpSpPr/>
          <p:nvPr userDrawn="1"/>
        </p:nvGrpSpPr>
        <p:grpSpPr>
          <a:xfrm>
            <a:off x="0" y="0"/>
            <a:ext cx="9906000" cy="1065598"/>
            <a:chOff x="0" y="0"/>
            <a:chExt cx="9906000" cy="1065598"/>
          </a:xfrm>
        </p:grpSpPr>
        <p:sp>
          <p:nvSpPr>
            <p:cNvPr id="16"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6 Quiz</a:t>
            </a:r>
          </a:p>
        </p:txBody>
      </p:sp>
    </p:spTree>
    <p:extLst>
      <p:ext uri="{BB962C8B-B14F-4D97-AF65-F5344CB8AC3E}">
        <p14:creationId xmlns:p14="http://schemas.microsoft.com/office/powerpoint/2010/main" val="417158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xmlns="" id="{85278258-AEB2-4213-B5E6-13FC86FAB418}"/>
              </a:ext>
            </a:extLst>
          </p:cNvPr>
          <p:cNvGrpSpPr/>
          <p:nvPr userDrawn="1"/>
        </p:nvGrpSpPr>
        <p:grpSpPr>
          <a:xfrm>
            <a:off x="449612" y="1462227"/>
            <a:ext cx="9003600" cy="4500283"/>
            <a:chOff x="578678" y="1445207"/>
            <a:chExt cx="8748000" cy="4136077"/>
          </a:xfrm>
        </p:grpSpPr>
        <p:sp>
          <p:nvSpPr>
            <p:cNvPr id="52" name="직사각형 51">
              <a:extLst>
                <a:ext uri="{FF2B5EF4-FFF2-40B4-BE49-F238E27FC236}">
                  <a16:creationId xmlns:a16="http://schemas.microsoft.com/office/drawing/2014/main" xmlns=""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직사각형 52">
              <a:extLst>
                <a:ext uri="{FF2B5EF4-FFF2-40B4-BE49-F238E27FC236}">
                  <a16:creationId xmlns:a16="http://schemas.microsoft.com/office/drawing/2014/main" xmlns=""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a:extLst>
                <a:ext uri="{FF2B5EF4-FFF2-40B4-BE49-F238E27FC236}">
                  <a16:creationId xmlns:a16="http://schemas.microsoft.com/office/drawing/2014/main" xmlns=""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8" name="그룹 7">
            <a:extLst>
              <a:ext uri="{FF2B5EF4-FFF2-40B4-BE49-F238E27FC236}">
                <a16:creationId xmlns:a16="http://schemas.microsoft.com/office/drawing/2014/main" xmlns="" id="{E8CA0DD3-9254-499A-BE4D-7F93C9791163}"/>
              </a:ext>
            </a:extLst>
          </p:cNvPr>
          <p:cNvGrpSpPr/>
          <p:nvPr userDrawn="1"/>
        </p:nvGrpSpPr>
        <p:grpSpPr>
          <a:xfrm>
            <a:off x="747834" y="2408824"/>
            <a:ext cx="8539600" cy="3303528"/>
            <a:chOff x="747834" y="2129937"/>
            <a:chExt cx="8539600" cy="3303528"/>
          </a:xfrm>
        </p:grpSpPr>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5" name="그룹 34">
              <a:extLst>
                <a:ext uri="{FF2B5EF4-FFF2-40B4-BE49-F238E27FC236}">
                  <a16:creationId xmlns:a16="http://schemas.microsoft.com/office/drawing/2014/main" xmlns=""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xmlns=""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xmlns=""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xmlns=""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xmlns=""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588471"/>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Tree>
    <p:extLst>
      <p:ext uri="{BB962C8B-B14F-4D97-AF65-F5344CB8AC3E}">
        <p14:creationId xmlns:p14="http://schemas.microsoft.com/office/powerpoint/2010/main" val="51450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7" name="그룹 6">
            <a:extLst>
              <a:ext uri="{FF2B5EF4-FFF2-40B4-BE49-F238E27FC236}">
                <a16:creationId xmlns:a16="http://schemas.microsoft.com/office/drawing/2014/main" xmlns="" id="{FDEC6B4D-744D-4E9D-89EE-6B4FB27E7344}"/>
              </a:ext>
            </a:extLst>
          </p:cNvPr>
          <p:cNvGrpSpPr/>
          <p:nvPr userDrawn="1"/>
        </p:nvGrpSpPr>
        <p:grpSpPr>
          <a:xfrm>
            <a:off x="449612" y="1462227"/>
            <a:ext cx="9003600" cy="4500283"/>
            <a:chOff x="449612" y="1219200"/>
            <a:chExt cx="9003600" cy="4500283"/>
          </a:xfrm>
        </p:grpSpPr>
        <p:grpSp>
          <p:nvGrpSpPr>
            <p:cNvPr id="2" name="그룹 1">
              <a:extLst>
                <a:ext uri="{FF2B5EF4-FFF2-40B4-BE49-F238E27FC236}">
                  <a16:creationId xmlns:a16="http://schemas.microsoft.com/office/drawing/2014/main" xmlns=""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Tree>
    <p:extLst>
      <p:ext uri="{BB962C8B-B14F-4D97-AF65-F5344CB8AC3E}">
        <p14:creationId xmlns:p14="http://schemas.microsoft.com/office/powerpoint/2010/main" val="307074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10"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20" name="Group 19"/>
          <p:cNvGrpSpPr/>
          <p:nvPr userDrawn="1"/>
        </p:nvGrpSpPr>
        <p:grpSpPr>
          <a:xfrm>
            <a:off x="0" y="0"/>
            <a:ext cx="9906000" cy="1065598"/>
            <a:chOff x="0" y="0"/>
            <a:chExt cx="9906000" cy="1065598"/>
          </a:xfrm>
        </p:grpSpPr>
        <p:sp>
          <p:nvSpPr>
            <p:cNvPr id="21"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6 Quiz</a:t>
            </a:r>
          </a:p>
        </p:txBody>
      </p:sp>
      <p:sp>
        <p:nvSpPr>
          <p:cNvPr id="24"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5743575" y="6498000"/>
            <a:ext cx="3455732"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6. Algorithm 3 – Problem Solving with Algorithms</a:t>
            </a:r>
          </a:p>
        </p:txBody>
      </p:sp>
    </p:spTree>
    <p:extLst>
      <p:ext uri="{BB962C8B-B14F-4D97-AF65-F5344CB8AC3E}">
        <p14:creationId xmlns:p14="http://schemas.microsoft.com/office/powerpoint/2010/main" val="426073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612" y="900000"/>
            <a:ext cx="9003600"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8"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135737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xmlns=""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95"/>
            <a:ext cx="9902825" cy="6853605"/>
          </a:xfrm>
          <a:prstGeom prst="rect">
            <a:avLst/>
          </a:prstGeom>
        </p:spPr>
      </p:pic>
      <p:sp>
        <p:nvSpPr>
          <p:cNvPr id="2" name="직사각형 1"/>
          <p:cNvSpPr/>
          <p:nvPr userDrawn="1"/>
        </p:nvSpPr>
        <p:spPr>
          <a:xfrm>
            <a:off x="1" y="0"/>
            <a:ext cx="9902825"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60"/>
          </a:p>
        </p:txBody>
      </p:sp>
      <p:sp>
        <p:nvSpPr>
          <p:cNvPr id="7" name="직사각형 6">
            <a:extLst>
              <a:ext uri="{FF2B5EF4-FFF2-40B4-BE49-F238E27FC236}">
                <a16:creationId xmlns:a16="http://schemas.microsoft.com/office/drawing/2014/main" xmlns="" id="{782B242C-8600-47F0-98D5-6EA512C41BF2}"/>
              </a:ext>
            </a:extLst>
          </p:cNvPr>
          <p:cNvSpPr/>
          <p:nvPr userDrawn="1"/>
        </p:nvSpPr>
        <p:spPr>
          <a:xfrm>
            <a:off x="449612" y="5677031"/>
            <a:ext cx="9003600"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2022 SAMSUNG. All rights reserved.</a:t>
            </a:r>
          </a:p>
          <a:p>
            <a:pPr marL="0" marR="0" lvl="0" indent="0" algn="l" defTabSz="914400"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Samsung Electronics Corporate Citizenship Office holds the copyright of book.</a:t>
            </a:r>
          </a:p>
          <a:p>
            <a:pPr marL="0" marR="0" lvl="0" indent="0" algn="l" defTabSz="914400"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This book is a literary property protected by copyright law so reprint and reproduction without permission are prohibited.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xmlns=""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3012" y="3022951"/>
            <a:ext cx="2476800" cy="812098"/>
          </a:xfrm>
          <a:prstGeom prst="rect">
            <a:avLst/>
          </a:prstGeom>
        </p:spPr>
      </p:pic>
      <p:sp>
        <p:nvSpPr>
          <p:cNvPr id="9"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9098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spTree>
    <p:extLst>
      <p:ext uri="{BB962C8B-B14F-4D97-AF65-F5344CB8AC3E}">
        <p14:creationId xmlns:p14="http://schemas.microsoft.com/office/powerpoint/2010/main" val="177301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54933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385759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4036029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50" charset="0"/>
                <a:ea typeface="Samsung Sharp Sans Bold" pitchFamily="50" charset="0"/>
                <a:cs typeface="Samsung Sharp Sans Bold" pitchFamily="50"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10700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7314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6677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7" r:id="rId5"/>
    <p:sldLayoutId id="2147483788" r:id="rId6"/>
    <p:sldLayoutId id="2147483789" r:id="rId7"/>
    <p:sldLayoutId id="2147483790" r:id="rId8"/>
    <p:sldLayoutId id="2147483781" r:id="rId9"/>
    <p:sldLayoutId id="2147483782" r:id="rId10"/>
    <p:sldLayoutId id="2147483783" r:id="rId11"/>
    <p:sldLayoutId id="2147483784" r:id="rId12"/>
    <p:sldLayoutId id="2147483797" r:id="rId13"/>
    <p:sldLayoutId id="2147483798" r:id="rId14"/>
    <p:sldLayoutId id="2147483799"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BE3_37BE4988.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720000" y="2415408"/>
            <a:ext cx="5318193" cy="1572448"/>
            <a:chOff x="720000" y="2415408"/>
            <a:chExt cx="5318193" cy="1572448"/>
          </a:xfrm>
        </p:grpSpPr>
        <p:sp>
          <p:nvSpPr>
            <p:cNvPr id="15" name="직사각형 133">
              <a:extLst>
                <a:ext uri="{FF2B5EF4-FFF2-40B4-BE49-F238E27FC236}">
                  <a16:creationId xmlns:a16="http://schemas.microsoft.com/office/drawing/2014/main" xmlns="" id="{9ECD4F1E-56F2-4389-8493-B26C356AB15F}"/>
                </a:ext>
              </a:extLst>
            </p:cNvPr>
            <p:cNvSpPr/>
            <p:nvPr/>
          </p:nvSpPr>
          <p:spPr>
            <a:xfrm>
              <a:off x="720001" y="2415408"/>
              <a:ext cx="5318192"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5400" dirty="0">
                  <a:solidFill>
                    <a:schemeClr val="tx1"/>
                  </a:solidFill>
                  <a:latin typeface="Samsung Sharp Sans Bold" pitchFamily="2" charset="0"/>
                  <a:ea typeface="Samsung Sharp Sans Bold" pitchFamily="2" charset="0"/>
                  <a:cs typeface="Samsung Sharp Sans Bold" pitchFamily="2" charset="0"/>
                </a:rPr>
                <a:t>Chapter Quiz</a:t>
              </a:r>
            </a:p>
          </p:txBody>
        </p:sp>
        <p:sp>
          <p:nvSpPr>
            <p:cNvPr id="27" name="직사각형 133">
              <a:extLst>
                <a:ext uri="{FF2B5EF4-FFF2-40B4-BE49-F238E27FC236}">
                  <a16:creationId xmlns:a16="http://schemas.microsoft.com/office/drawing/2014/main" xmlns="" id="{7E1FFB96-4B69-4AC9-8440-53675C6399E1}"/>
                </a:ext>
              </a:extLst>
            </p:cNvPr>
            <p:cNvSpPr/>
            <p:nvPr/>
          </p:nvSpPr>
          <p:spPr>
            <a:xfrm>
              <a:off x="990000" y="3618524"/>
              <a:ext cx="427568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defRPr/>
              </a:pPr>
              <a:r>
                <a:rPr lang="en-US" altLang="ko-KR" sz="2400" dirty="0">
                  <a:solidFill>
                    <a:srgbClr val="1428A0"/>
                  </a:solidFill>
                  <a:latin typeface="+mj-ea"/>
                  <a:ea typeface="+mj-ea"/>
                  <a:cs typeface="Samsung Sharp Sans Bold" pitchFamily="2" charset="0"/>
                </a:rPr>
                <a:t>Coding and Programming</a:t>
              </a:r>
              <a:endParaRPr lang="ko-KR" altLang="en-US" sz="2400" dirty="0">
                <a:solidFill>
                  <a:srgbClr val="1428A0"/>
                </a:solidFill>
                <a:latin typeface="+mj-ea"/>
                <a:ea typeface="+mj-ea"/>
                <a:cs typeface="Samsung Sharp Sans Bold" pitchFamily="2" charset="0"/>
              </a:endParaRPr>
            </a:p>
          </p:txBody>
        </p:sp>
        <p:sp>
          <p:nvSpPr>
            <p:cNvPr id="28" name="직사각형 14">
              <a:extLst>
                <a:ext uri="{FF2B5EF4-FFF2-40B4-BE49-F238E27FC236}">
                  <a16:creationId xmlns:a16="http://schemas.microsoft.com/office/drawing/2014/main" xmlns="" id="{6490A05B-990A-4F39-A4F0-CDC93970D232}"/>
                </a:ext>
              </a:extLst>
            </p:cNvPr>
            <p:cNvSpPr/>
            <p:nvPr/>
          </p:nvSpPr>
          <p:spPr>
            <a:xfrm>
              <a:off x="720000" y="3636262"/>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Tree>
    <p:extLst>
      <p:ext uri="{BB962C8B-B14F-4D97-AF65-F5344CB8AC3E}">
        <p14:creationId xmlns:p14="http://schemas.microsoft.com/office/powerpoint/2010/main" val="2595795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19999" y="2494446"/>
            <a:ext cx="5186279" cy="1497008"/>
            <a:chOff x="719999" y="2494446"/>
            <a:chExt cx="5186279" cy="1497008"/>
          </a:xfrm>
        </p:grpSpPr>
        <p:sp>
          <p:nvSpPr>
            <p:cNvPr id="36" name="직사각형 133">
              <a:extLst>
                <a:ext uri="{FF2B5EF4-FFF2-40B4-BE49-F238E27FC236}">
                  <a16:creationId xmlns:a16="http://schemas.microsoft.com/office/drawing/2014/main" xmlns="" id="{9ECD4F1E-56F2-4389-8493-B26C356AB15F}"/>
                </a:ext>
              </a:extLst>
            </p:cNvPr>
            <p:cNvSpPr/>
            <p:nvPr/>
          </p:nvSpPr>
          <p:spPr>
            <a:xfrm>
              <a:off x="990000" y="2494446"/>
              <a:ext cx="4916278" cy="677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4400" dirty="0">
                  <a:solidFill>
                    <a:schemeClr val="tx1"/>
                  </a:solidFill>
                  <a:latin typeface="Samsung Sharp Sans Bold" pitchFamily="2" charset="0"/>
                  <a:ea typeface="Samsung Sharp Sans Bold" pitchFamily="2" charset="0"/>
                  <a:cs typeface="Samsung Sharp Sans Bold" pitchFamily="2" charset="0"/>
                </a:rPr>
                <a:t>Quiz</a:t>
              </a:r>
            </a:p>
          </p:txBody>
        </p:sp>
        <p:sp>
          <p:nvSpPr>
            <p:cNvPr id="37" name="직사각형 133">
              <a:extLst>
                <a:ext uri="{FF2B5EF4-FFF2-40B4-BE49-F238E27FC236}">
                  <a16:creationId xmlns:a16="http://schemas.microsoft.com/office/drawing/2014/main" xmlns="" id="{7E1FFB96-4B69-4AC9-8440-53675C6399E1}"/>
                </a:ext>
              </a:extLst>
            </p:cNvPr>
            <p:cNvSpPr/>
            <p:nvPr/>
          </p:nvSpPr>
          <p:spPr>
            <a:xfrm>
              <a:off x="990001" y="3622122"/>
              <a:ext cx="15388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400" dirty="0">
                  <a:solidFill>
                    <a:srgbClr val="1428A0"/>
                  </a:solidFill>
                  <a:latin typeface="Samsung Sharp Sans Bold" pitchFamily="2" charset="0"/>
                  <a:ea typeface="Samsung Sharp Sans Bold" pitchFamily="2" charset="0"/>
                  <a:cs typeface="Samsung Sharp Sans Bold" pitchFamily="2" charset="0"/>
                </a:rPr>
                <a:t>Chapter 6</a:t>
              </a:r>
            </a:p>
          </p:txBody>
        </p:sp>
        <p:sp>
          <p:nvSpPr>
            <p:cNvPr id="38" name="직사각형 14">
              <a:extLst>
                <a:ext uri="{FF2B5EF4-FFF2-40B4-BE49-F238E27FC236}">
                  <a16:creationId xmlns:a16="http://schemas.microsoft.com/office/drawing/2014/main" xmlns="" id="{6490A05B-990A-4F39-A4F0-CDC93970D232}"/>
                </a:ext>
              </a:extLst>
            </p:cNvPr>
            <p:cNvSpPr/>
            <p:nvPr/>
          </p:nvSpPr>
          <p:spPr>
            <a:xfrm>
              <a:off x="720000" y="3639860"/>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sp>
          <p:nvSpPr>
            <p:cNvPr id="39" name="직사각형 11">
              <a:extLst>
                <a:ext uri="{FF2B5EF4-FFF2-40B4-BE49-F238E27FC236}">
                  <a16:creationId xmlns:a16="http://schemas.microsoft.com/office/drawing/2014/main" xmlns="" id="{5D14EC55-4505-4D03-B538-D66AAACB366E}"/>
                </a:ext>
              </a:extLst>
            </p:cNvPr>
            <p:cNvSpPr/>
            <p:nvPr/>
          </p:nvSpPr>
          <p:spPr>
            <a:xfrm>
              <a:off x="719999" y="2494446"/>
              <a:ext cx="60008" cy="9806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
        <p:nvSpPr>
          <p:cNvPr id="9" name="직사각형 8"/>
          <p:cNvSpPr/>
          <p:nvPr/>
        </p:nvSpPr>
        <p:spPr>
          <a:xfrm>
            <a:off x="719999" y="5382604"/>
            <a:ext cx="7070330" cy="586892"/>
          </a:xfrm>
          <a:prstGeom prst="rect">
            <a:avLst/>
          </a:prstGeom>
        </p:spPr>
        <p:txBody>
          <a:bodyPr wrap="square" lIns="0" tIns="0" rIns="0" bIns="0">
            <a:spAutoFit/>
          </a:bodyPr>
          <a:lstStyle/>
          <a:p>
            <a:pPr>
              <a:lnSpc>
                <a:spcPct val="107000"/>
              </a:lnSpc>
              <a:spcAft>
                <a:spcPts val="0"/>
              </a:spcAft>
            </a:pPr>
            <a:r>
              <a:rPr lang="ko-KR" altLang="ko-KR" sz="900" kern="100" dirty="0">
                <a:latin typeface="+mn-lt"/>
                <a:ea typeface="맑은 고딕" panose="020B0503020000020004" pitchFamily="50" charset="-127"/>
                <a:cs typeface="맑은 고딕" panose="020B0503020000020004" pitchFamily="50" charset="-127"/>
              </a:rPr>
              <a:t>ⓒ</a:t>
            </a:r>
            <a:r>
              <a:rPr lang="en-US" altLang="ko-KR" sz="900" kern="100" dirty="0">
                <a:latin typeface="+mn-lt"/>
                <a:ea typeface="SamsungOne-400"/>
                <a:cs typeface="Times New Roman" panose="02020603050405020304" pitchFamily="18" charset="0"/>
              </a:rPr>
              <a:t>2023 SAMSUNG. All rights reserved.</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Samsung Electronics Corporate Citizenship Office holds the copyright of this document.</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This document is a literary property protected by copyright law so reprint and reproduction without permission are prohibited. </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To use this document other than the curriculum of Samsung innovation Campus, you must receive written consent from copyright holder.</a:t>
            </a:r>
            <a:endParaRPr lang="ko-KR" altLang="ko-KR" sz="900" kern="100" dirty="0">
              <a:effectLst/>
              <a:latin typeface="+mn-lt"/>
              <a:ea typeface="맑은 고딕" panose="020B0503020000020004" pitchFamily="50" charset="-127"/>
              <a:cs typeface="Times New Roman" panose="02020603050405020304" pitchFamily="18" charset="0"/>
            </a:endParaRPr>
          </a:p>
        </p:txBody>
      </p:sp>
      <p:sp>
        <p:nvSpPr>
          <p:cNvPr id="3" name="Rounded Rectangle 2"/>
          <p:cNvSpPr/>
          <p:nvPr/>
        </p:nvSpPr>
        <p:spPr>
          <a:xfrm>
            <a:off x="2948875" y="3648183"/>
            <a:ext cx="1707964" cy="305232"/>
          </a:xfrm>
          <a:prstGeom prst="round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r>
              <a:rPr lang="en-US" altLang="ko-KR" sz="1600" dirty="0">
                <a:solidFill>
                  <a:schemeClr val="bg1"/>
                </a:solidFill>
                <a:latin typeface="Samsung Sharp Sans Bold" pitchFamily="2" charset="0"/>
                <a:ea typeface="Samsung Sharp Sans Bold" pitchFamily="2" charset="0"/>
                <a:cs typeface="Samsung Sharp Sans Bold" pitchFamily="2" charset="0"/>
              </a:rPr>
              <a:t>For Student</a:t>
            </a:r>
            <a:endParaRPr lang="ko-KR" altLang="en-US" sz="1600" dirty="0">
              <a:solidFill>
                <a:schemeClr val="bg1"/>
              </a:solidFill>
              <a:latin typeface="Samsung Sharp Sans Bold" pitchFamily="2" charset="0"/>
              <a:ea typeface="Samsung Sharp Sans Bold" pitchFamily="2" charset="0"/>
              <a:cs typeface="Samsung Sharp Sans Bold" pitchFamily="2" charset="0"/>
            </a:endParaRPr>
          </a:p>
        </p:txBody>
      </p:sp>
    </p:spTree>
    <p:extLst>
      <p:ext uri="{BB962C8B-B14F-4D97-AF65-F5344CB8AC3E}">
        <p14:creationId xmlns:p14="http://schemas.microsoft.com/office/powerpoint/2010/main" val="935217544"/>
      </p:ext>
    </p:extLst>
  </p:cSld>
  <p:clrMapOvr>
    <a:masterClrMapping/>
  </p:clrMapOvr>
  <p:extLst>
    <p:ext uri="{6950BFC3-D8DA-4A85-94F7-54DA5524770B}">
      <p188:commentRel xmlns:p188="http://schemas.microsoft.com/office/powerpoint/2018/8/main" xmlns=""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30-01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1"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30</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Greedy Approach</a:t>
            </a:r>
          </a:p>
        </p:txBody>
      </p:sp>
      <p:grpSp>
        <p:nvGrpSpPr>
          <p:cNvPr id="2" name="Group 1"/>
          <p:cNvGrpSpPr/>
          <p:nvPr/>
        </p:nvGrpSpPr>
        <p:grpSpPr>
          <a:xfrm>
            <a:off x="463014" y="1796543"/>
            <a:ext cx="8924982" cy="2119241"/>
            <a:chOff x="463014" y="1796543"/>
            <a:chExt cx="8924982" cy="2119241"/>
          </a:xfrm>
        </p:grpSpPr>
        <p:sp>
          <p:nvSpPr>
            <p:cNvPr id="3" name="직사각형 2"/>
            <p:cNvSpPr/>
            <p:nvPr/>
          </p:nvSpPr>
          <p:spPr>
            <a:xfrm>
              <a:off x="463014" y="1796543"/>
              <a:ext cx="8924982" cy="2119241"/>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2" name="직사각형 2"/>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This is the coin exchange problem. You have a 400 won coin. Write the output of how the </a:t>
              </a:r>
              <a:r>
                <a:rPr lang="en-US" altLang="ko-KR" sz="1300" b="1" dirty="0" err="1">
                  <a:solidFill>
                    <a:srgbClr val="0D0D0D"/>
                  </a:solidFill>
                  <a:latin typeface="SamsungOne-400" panose="020B0503030303020204" pitchFamily="34" charset="0"/>
                  <a:ea typeface="SamsungOne-400" panose="020B0503030303020204" pitchFamily="34" charset="0"/>
                </a:rPr>
                <a:t>coin_change</a:t>
              </a:r>
              <a:r>
                <a:rPr lang="en-US" altLang="ko-KR" sz="1300" b="1" dirty="0">
                  <a:solidFill>
                    <a:srgbClr val="0D0D0D"/>
                  </a:solidFill>
                  <a:latin typeface="SamsungOne-400" panose="020B0503030303020204" pitchFamily="34" charset="0"/>
                  <a:ea typeface="SamsungOne-400" panose="020B0503030303020204" pitchFamily="34" charset="0"/>
                </a:rPr>
                <a:t>() algorithm determines the change for the 800 won coin.</a:t>
              </a:r>
            </a:p>
          </p:txBody>
        </p:sp>
        <p:pic>
          <p:nvPicPr>
            <p:cNvPr id="17" name="그림 5">
              <a:extLst>
                <a:ext uri="{FF2B5EF4-FFF2-40B4-BE49-F238E27FC236}">
                  <a16:creationId xmlns:a16="http://schemas.microsoft.com/office/drawing/2014/main" xmlns="" id="{66CFBC79-2EB5-4869-90FF-DEB17C38A416}"/>
                </a:ext>
              </a:extLst>
            </p:cNvPr>
            <p:cNvPicPr/>
            <p:nvPr/>
          </p:nvPicPr>
          <p:blipFill>
            <a:blip r:embed="rId3"/>
            <a:stretch>
              <a:fillRect/>
            </a:stretch>
          </p:blipFill>
          <p:spPr>
            <a:xfrm>
              <a:off x="606607" y="2488192"/>
              <a:ext cx="8651694" cy="1256480"/>
            </a:xfrm>
            <a:prstGeom prst="rect">
              <a:avLst/>
            </a:prstGeom>
          </p:spPr>
        </p:pic>
      </p:grpSp>
    </p:spTree>
    <p:extLst>
      <p:ext uri="{BB962C8B-B14F-4D97-AF65-F5344CB8AC3E}">
        <p14:creationId xmlns:p14="http://schemas.microsoft.com/office/powerpoint/2010/main" val="153395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31-01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8" name="직사각형 2"/>
          <p:cNvSpPr/>
          <p:nvPr/>
        </p:nvSpPr>
        <p:spPr>
          <a:xfrm>
            <a:off x="463014" y="1796542"/>
            <a:ext cx="8924982" cy="910712"/>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You have eight identical coins numbered 1 to 8. Of these, only one coin is heavier than the other. Assuming you can weigh coins with a balanced scale, design an algorithm that finds the heaviest coin. At this time, how many times should the balanced scale be used at least?</a:t>
            </a:r>
            <a:endParaRPr lang="en-US" altLang="ko-KR" sz="1300" b="1" u="sng" dirty="0">
              <a:solidFill>
                <a:srgbClr val="0D0D0D"/>
              </a:solidFill>
              <a:latin typeface="SamsungOne-400" panose="020B0503030303020204" pitchFamily="34" charset="0"/>
              <a:ea typeface="SamsungOne-400" panose="020B0503030303020204" pitchFamily="34" charset="0"/>
            </a:endParaRPr>
          </a:p>
        </p:txBody>
      </p:sp>
      <p:sp>
        <p:nvSpPr>
          <p:cNvPr id="13"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31</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Divide-and-Conquer</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3861352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31-02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3"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31</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Divide-and-Conquer</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
        <p:nvSpPr>
          <p:cNvPr id="5" name="직사각형 2"/>
          <p:cNvSpPr/>
          <p:nvPr/>
        </p:nvSpPr>
        <p:spPr>
          <a:xfrm>
            <a:off x="463014" y="1796542"/>
            <a:ext cx="8924982" cy="910712"/>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Now, there are nine identical coins numbered 1 through 9. Assuming that the conditions are the same as the previous problem, design an algorithm that finds one heavy coin in this case. At this time, how many times should the balanced scale be used at least?</a:t>
            </a:r>
          </a:p>
        </p:txBody>
      </p:sp>
    </p:spTree>
    <p:extLst>
      <p:ext uri="{BB962C8B-B14F-4D97-AF65-F5344CB8AC3E}">
        <p14:creationId xmlns:p14="http://schemas.microsoft.com/office/powerpoint/2010/main" val="329183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32-01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9"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32</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Dynamic Programming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grpSp>
        <p:nvGrpSpPr>
          <p:cNvPr id="2" name="그룹 1">
            <a:extLst>
              <a:ext uri="{FF2B5EF4-FFF2-40B4-BE49-F238E27FC236}">
                <a16:creationId xmlns:a16="http://schemas.microsoft.com/office/drawing/2014/main" xmlns="" id="{3DA5281C-EF3E-1DA0-42EE-DDE16F260EDE}"/>
              </a:ext>
            </a:extLst>
          </p:cNvPr>
          <p:cNvGrpSpPr/>
          <p:nvPr/>
        </p:nvGrpSpPr>
        <p:grpSpPr>
          <a:xfrm>
            <a:off x="463014" y="1796541"/>
            <a:ext cx="8924982" cy="3420917"/>
            <a:chOff x="463014" y="1796541"/>
            <a:chExt cx="8924982" cy="3420917"/>
          </a:xfrm>
        </p:grpSpPr>
        <p:grpSp>
          <p:nvGrpSpPr>
            <p:cNvPr id="5" name="그룹 4">
              <a:extLst>
                <a:ext uri="{FF2B5EF4-FFF2-40B4-BE49-F238E27FC236}">
                  <a16:creationId xmlns:a16="http://schemas.microsoft.com/office/drawing/2014/main" xmlns="" id="{B0946ACF-24D7-C823-387B-DC57E12F9A0C}"/>
                </a:ext>
              </a:extLst>
            </p:cNvPr>
            <p:cNvGrpSpPr/>
            <p:nvPr/>
          </p:nvGrpSpPr>
          <p:grpSpPr>
            <a:xfrm>
              <a:off x="463014" y="1796541"/>
              <a:ext cx="8924982" cy="3420917"/>
              <a:chOff x="463014" y="1796542"/>
              <a:chExt cx="8924982" cy="3264408"/>
            </a:xfrm>
          </p:grpSpPr>
          <p:sp>
            <p:nvSpPr>
              <p:cNvPr id="11" name="직사각형 10">
                <a:extLst>
                  <a:ext uri="{FF2B5EF4-FFF2-40B4-BE49-F238E27FC236}">
                    <a16:creationId xmlns:a16="http://schemas.microsoft.com/office/drawing/2014/main" xmlns="" id="{D8588117-6BBC-0C9E-4944-ED101B5F16F5}"/>
                  </a:ext>
                </a:extLst>
              </p:cNvPr>
              <p:cNvSpPr/>
              <p:nvPr/>
            </p:nvSpPr>
            <p:spPr>
              <a:xfrm>
                <a:off x="463014" y="1796542"/>
                <a:ext cx="8924982" cy="3264408"/>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2" name="직사각형 2">
                <a:extLst>
                  <a:ext uri="{FF2B5EF4-FFF2-40B4-BE49-F238E27FC236}">
                    <a16:creationId xmlns:a16="http://schemas.microsoft.com/office/drawing/2014/main" xmlns="" id="{3B8ACDA3-2811-EF67-62AA-96A5A6C6339E}"/>
                  </a:ext>
                </a:extLst>
              </p:cNvPr>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Analyze the execution result of the following code, and compare it with the performance of the </a:t>
                </a:r>
                <a:r>
                  <a:rPr lang="en-US" altLang="ko-KR" sz="1300" b="1" dirty="0" err="1">
                    <a:solidFill>
                      <a:srgbClr val="0D0D0D"/>
                    </a:solidFill>
                    <a:latin typeface="SamsungOne-400" panose="020B0503030303020204" pitchFamily="34" charset="0"/>
                    <a:ea typeface="SamsungOne-400" panose="020B0503030303020204" pitchFamily="34" charset="0"/>
                  </a:rPr>
                  <a:t>fib1</a:t>
                </a:r>
                <a:r>
                  <a:rPr lang="en-US" altLang="ko-KR" sz="1300" b="1" dirty="0">
                    <a:solidFill>
                      <a:srgbClr val="0D0D0D"/>
                    </a:solidFill>
                    <a:latin typeface="SamsungOne-400" panose="020B0503030303020204" pitchFamily="34" charset="0"/>
                    <a:ea typeface="SamsungOne-400" panose="020B0503030303020204" pitchFamily="34" charset="0"/>
                  </a:rPr>
                  <a:t>(), </a:t>
                </a:r>
                <a:r>
                  <a:rPr lang="en-US" altLang="ko-KR" sz="1300" b="1" dirty="0" err="1">
                    <a:solidFill>
                      <a:srgbClr val="0D0D0D"/>
                    </a:solidFill>
                    <a:latin typeface="SamsungOne-400" panose="020B0503030303020204" pitchFamily="34" charset="0"/>
                    <a:ea typeface="SamsungOne-400" panose="020B0503030303020204" pitchFamily="34" charset="0"/>
                  </a:rPr>
                  <a:t>fib2</a:t>
                </a:r>
                <a:r>
                  <a:rPr lang="en-US" altLang="ko-KR" sz="1300" b="1" dirty="0">
                    <a:solidFill>
                      <a:srgbClr val="0D0D0D"/>
                    </a:solidFill>
                    <a:latin typeface="SamsungOne-400" panose="020B0503030303020204" pitchFamily="34" charset="0"/>
                    <a:ea typeface="SamsungOne-400" panose="020B0503030303020204" pitchFamily="34" charset="0"/>
                  </a:rPr>
                  <a:t>(), and </a:t>
                </a:r>
                <a:r>
                  <a:rPr lang="en-US" altLang="ko-KR" sz="1300" b="1" dirty="0" err="1">
                    <a:solidFill>
                      <a:srgbClr val="0D0D0D"/>
                    </a:solidFill>
                    <a:latin typeface="SamsungOne-400" panose="020B0503030303020204" pitchFamily="34" charset="0"/>
                    <a:ea typeface="SamsungOne-400" panose="020B0503030303020204" pitchFamily="34" charset="0"/>
                  </a:rPr>
                  <a:t>fib3</a:t>
                </a:r>
                <a:r>
                  <a:rPr lang="en-US" altLang="ko-KR" sz="1300" b="1" dirty="0">
                    <a:solidFill>
                      <a:srgbClr val="0D0D0D"/>
                    </a:solidFill>
                    <a:latin typeface="SamsungOne-400" panose="020B0503030303020204" pitchFamily="34" charset="0"/>
                    <a:ea typeface="SamsungOne-400" panose="020B0503030303020204" pitchFamily="34" charset="0"/>
                  </a:rPr>
                  <a:t>() functions.</a:t>
                </a:r>
              </a:p>
            </p:txBody>
          </p:sp>
        </p:grpSp>
        <p:grpSp>
          <p:nvGrpSpPr>
            <p:cNvPr id="6" name="그룹 5">
              <a:extLst>
                <a:ext uri="{FF2B5EF4-FFF2-40B4-BE49-F238E27FC236}">
                  <a16:creationId xmlns:a16="http://schemas.microsoft.com/office/drawing/2014/main" xmlns="" id="{BBED61EB-28FF-8170-800A-C935958CD8F5}"/>
                </a:ext>
              </a:extLst>
            </p:cNvPr>
            <p:cNvGrpSpPr/>
            <p:nvPr/>
          </p:nvGrpSpPr>
          <p:grpSpPr>
            <a:xfrm>
              <a:off x="628650" y="2477519"/>
              <a:ext cx="8578103" cy="2548150"/>
              <a:chOff x="628650" y="2477519"/>
              <a:chExt cx="8578103" cy="2548150"/>
            </a:xfrm>
          </p:grpSpPr>
          <p:pic>
            <p:nvPicPr>
              <p:cNvPr id="7" name="그림 6">
                <a:extLst>
                  <a:ext uri="{FF2B5EF4-FFF2-40B4-BE49-F238E27FC236}">
                    <a16:creationId xmlns:a16="http://schemas.microsoft.com/office/drawing/2014/main" xmlns="" id="{9F0EF057-A57E-9F27-7AE8-B64DB933242A}"/>
                  </a:ext>
                </a:extLst>
              </p:cNvPr>
              <p:cNvPicPr>
                <a:picLocks noChangeAspect="1"/>
              </p:cNvPicPr>
              <p:nvPr/>
            </p:nvPicPr>
            <p:blipFill rotWithShape="1">
              <a:blip r:embed="rId3"/>
              <a:srcRect r="13405"/>
              <a:stretch/>
            </p:blipFill>
            <p:spPr>
              <a:xfrm>
                <a:off x="628650" y="2477519"/>
                <a:ext cx="8578103" cy="2548150"/>
              </a:xfrm>
              <a:prstGeom prst="rect">
                <a:avLst/>
              </a:prstGeom>
            </p:spPr>
          </p:pic>
          <p:sp>
            <p:nvSpPr>
              <p:cNvPr id="8" name="직사각형 7">
                <a:extLst>
                  <a:ext uri="{FF2B5EF4-FFF2-40B4-BE49-F238E27FC236}">
                    <a16:creationId xmlns:a16="http://schemas.microsoft.com/office/drawing/2014/main" xmlns="" id="{64173C94-6700-47A8-C725-BDFCA1EB834B}"/>
                  </a:ext>
                </a:extLst>
              </p:cNvPr>
              <p:cNvSpPr/>
              <p:nvPr/>
            </p:nvSpPr>
            <p:spPr>
              <a:xfrm>
                <a:off x="1866900" y="4838703"/>
                <a:ext cx="2700338" cy="147637"/>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Tree>
    <p:extLst>
      <p:ext uri="{BB962C8B-B14F-4D97-AF65-F5344CB8AC3E}">
        <p14:creationId xmlns:p14="http://schemas.microsoft.com/office/powerpoint/2010/main" val="2235631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32-02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9"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32</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Dynamic Programming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grpSp>
        <p:nvGrpSpPr>
          <p:cNvPr id="4" name="그룹 3">
            <a:extLst>
              <a:ext uri="{FF2B5EF4-FFF2-40B4-BE49-F238E27FC236}">
                <a16:creationId xmlns:a16="http://schemas.microsoft.com/office/drawing/2014/main" xmlns="" id="{17F5F04E-F36D-AC09-029D-F17B9E265FB2}"/>
              </a:ext>
            </a:extLst>
          </p:cNvPr>
          <p:cNvGrpSpPr/>
          <p:nvPr/>
        </p:nvGrpSpPr>
        <p:grpSpPr>
          <a:xfrm>
            <a:off x="463014" y="1796541"/>
            <a:ext cx="8924982" cy="3653999"/>
            <a:chOff x="463014" y="1796541"/>
            <a:chExt cx="8924982" cy="3653999"/>
          </a:xfrm>
        </p:grpSpPr>
        <p:grpSp>
          <p:nvGrpSpPr>
            <p:cNvPr id="5" name="그룹 4">
              <a:extLst>
                <a:ext uri="{FF2B5EF4-FFF2-40B4-BE49-F238E27FC236}">
                  <a16:creationId xmlns:a16="http://schemas.microsoft.com/office/drawing/2014/main" xmlns="" id="{9C64ADBA-7E79-B1F3-ABC3-B2605363B701}"/>
                </a:ext>
              </a:extLst>
            </p:cNvPr>
            <p:cNvGrpSpPr/>
            <p:nvPr/>
          </p:nvGrpSpPr>
          <p:grpSpPr>
            <a:xfrm>
              <a:off x="463014" y="1796541"/>
              <a:ext cx="8924982" cy="3653999"/>
              <a:chOff x="463014" y="1796541"/>
              <a:chExt cx="8924982" cy="3653999"/>
            </a:xfrm>
          </p:grpSpPr>
          <p:sp>
            <p:nvSpPr>
              <p:cNvPr id="7" name="직사각형 6">
                <a:extLst>
                  <a:ext uri="{FF2B5EF4-FFF2-40B4-BE49-F238E27FC236}">
                    <a16:creationId xmlns:a16="http://schemas.microsoft.com/office/drawing/2014/main" xmlns="" id="{17D800C0-D836-3E58-BC51-ACD1D8118FCE}"/>
                  </a:ext>
                </a:extLst>
              </p:cNvPr>
              <p:cNvSpPr/>
              <p:nvPr/>
            </p:nvSpPr>
            <p:spPr>
              <a:xfrm>
                <a:off x="463014" y="1796541"/>
                <a:ext cx="8924982" cy="3653999"/>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8" name="직사각형 2">
                <a:extLst>
                  <a:ext uri="{FF2B5EF4-FFF2-40B4-BE49-F238E27FC236}">
                    <a16:creationId xmlns:a16="http://schemas.microsoft.com/office/drawing/2014/main" xmlns="" id="{91DFA868-C911-8BFA-A65E-5F59B3D49C65}"/>
                  </a:ext>
                </a:extLst>
              </p:cNvPr>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Analyze the execution result of the following code, and compare it with the performance of the </a:t>
                </a:r>
                <a:r>
                  <a:rPr lang="en-US" altLang="ko-KR" sz="1300" b="1" dirty="0" err="1">
                    <a:solidFill>
                      <a:srgbClr val="0D0D0D"/>
                    </a:solidFill>
                    <a:latin typeface="SamsungOne-400" panose="020B0503030303020204" pitchFamily="34" charset="0"/>
                    <a:ea typeface="SamsungOne-400" panose="020B0503030303020204" pitchFamily="34" charset="0"/>
                  </a:rPr>
                  <a:t>bin1</a:t>
                </a:r>
                <a:r>
                  <a:rPr lang="en-US" altLang="ko-KR" sz="1300" b="1" dirty="0">
                    <a:solidFill>
                      <a:srgbClr val="0D0D0D"/>
                    </a:solidFill>
                    <a:latin typeface="SamsungOne-400" panose="020B0503030303020204" pitchFamily="34" charset="0"/>
                    <a:ea typeface="SamsungOne-400" panose="020B0503030303020204" pitchFamily="34" charset="0"/>
                  </a:rPr>
                  <a:t>() and </a:t>
                </a:r>
                <a:r>
                  <a:rPr lang="en-US" altLang="ko-KR" sz="1300" b="1" dirty="0" err="1">
                    <a:solidFill>
                      <a:srgbClr val="0D0D0D"/>
                    </a:solidFill>
                    <a:latin typeface="SamsungOne-400" panose="020B0503030303020204" pitchFamily="34" charset="0"/>
                    <a:ea typeface="SamsungOne-400" panose="020B0503030303020204" pitchFamily="34" charset="0"/>
                  </a:rPr>
                  <a:t>bin2</a:t>
                </a:r>
                <a:r>
                  <a:rPr lang="en-US" altLang="ko-KR" sz="1300" b="1" dirty="0">
                    <a:solidFill>
                      <a:srgbClr val="0D0D0D"/>
                    </a:solidFill>
                    <a:latin typeface="SamsungOne-400" panose="020B0503030303020204" pitchFamily="34" charset="0"/>
                    <a:ea typeface="SamsungOne-400" panose="020B0503030303020204" pitchFamily="34" charset="0"/>
                  </a:rPr>
                  <a:t>() functions.</a:t>
                </a:r>
              </a:p>
            </p:txBody>
          </p:sp>
        </p:grpSp>
        <p:pic>
          <p:nvPicPr>
            <p:cNvPr id="6" name="그림 5">
              <a:extLst>
                <a:ext uri="{FF2B5EF4-FFF2-40B4-BE49-F238E27FC236}">
                  <a16:creationId xmlns:a16="http://schemas.microsoft.com/office/drawing/2014/main" xmlns="" id="{E412BB5C-5904-6DE9-1E96-3030F092A505}"/>
                </a:ext>
              </a:extLst>
            </p:cNvPr>
            <p:cNvPicPr>
              <a:picLocks noChangeAspect="1"/>
            </p:cNvPicPr>
            <p:nvPr/>
          </p:nvPicPr>
          <p:blipFill rotWithShape="1">
            <a:blip r:embed="rId3"/>
            <a:srcRect r="12941"/>
            <a:stretch/>
          </p:blipFill>
          <p:spPr>
            <a:xfrm>
              <a:off x="609600" y="2444535"/>
              <a:ext cx="8624047" cy="2829541"/>
            </a:xfrm>
            <a:prstGeom prst="rect">
              <a:avLst/>
            </a:prstGeom>
          </p:spPr>
        </p:pic>
      </p:grpSp>
    </p:spTree>
    <p:extLst>
      <p:ext uri="{BB962C8B-B14F-4D97-AF65-F5344CB8AC3E}">
        <p14:creationId xmlns:p14="http://schemas.microsoft.com/office/powerpoint/2010/main" val="1483683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a:t>
            </a:r>
            <a:r>
              <a:rPr lang="en-US" altLang="ko-KR" sz="2800" dirty="0" smtClean="0">
                <a:solidFill>
                  <a:schemeClr val="tx1">
                    <a:lumMod val="95000"/>
                    <a:lumOff val="5000"/>
                  </a:schemeClr>
                </a:solidFill>
                <a:latin typeface="Samsung Sharp Sans Bold" pitchFamily="2" charset="0"/>
                <a:ea typeface="Samsung Sharp Sans Bold" pitchFamily="2" charset="0"/>
                <a:cs typeface="Samsung Sharp Sans Bold" pitchFamily="2" charset="0"/>
              </a:rPr>
              <a:t>33-01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1"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33</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Backtracking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grpSp>
        <p:nvGrpSpPr>
          <p:cNvPr id="5" name="그룹 4"/>
          <p:cNvGrpSpPr/>
          <p:nvPr/>
        </p:nvGrpSpPr>
        <p:grpSpPr>
          <a:xfrm>
            <a:off x="463014" y="1796543"/>
            <a:ext cx="8924982" cy="3132073"/>
            <a:chOff x="463014" y="1796543"/>
            <a:chExt cx="8924982" cy="3132073"/>
          </a:xfrm>
        </p:grpSpPr>
        <p:sp>
          <p:nvSpPr>
            <p:cNvPr id="3" name="직사각형 2"/>
            <p:cNvSpPr/>
            <p:nvPr/>
          </p:nvSpPr>
          <p:spPr>
            <a:xfrm>
              <a:off x="463014" y="1796543"/>
              <a:ext cx="8924982" cy="3132073"/>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pic>
          <p:nvPicPr>
            <p:cNvPr id="23" name="그림 9"/>
            <p:cNvPicPr/>
            <p:nvPr/>
          </p:nvPicPr>
          <p:blipFill>
            <a:blip r:embed="rId3"/>
            <a:stretch>
              <a:fillRect/>
            </a:stretch>
          </p:blipFill>
          <p:spPr>
            <a:xfrm>
              <a:off x="1871151" y="2553306"/>
              <a:ext cx="6188710" cy="1180465"/>
            </a:xfrm>
            <a:prstGeom prst="rect">
              <a:avLst/>
            </a:prstGeom>
          </p:spPr>
        </p:pic>
        <p:sp>
          <p:nvSpPr>
            <p:cNvPr id="15" name="직사각형 2"/>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If you replace each letter with a number in the following letter, the number corresponding to the five words is all squares. For each word, the sum of each digit is also a square number. Find the number represented by each letter</a:t>
              </a:r>
              <a:r>
                <a:rPr lang="en-US" altLang="ko-KR" sz="1300" b="1" dirty="0" smtClean="0">
                  <a:solidFill>
                    <a:srgbClr val="0D0D0D"/>
                  </a:solidFill>
                  <a:latin typeface="SamsungOne-400" panose="020B0503030303020204" pitchFamily="34" charset="0"/>
                  <a:ea typeface="SamsungOne-400" panose="020B0503030303020204" pitchFamily="34" charset="0"/>
                </a:rPr>
                <a:t>.</a:t>
              </a:r>
              <a:endParaRPr lang="en-US" altLang="ko-KR" sz="1300" b="1" dirty="0">
                <a:solidFill>
                  <a:srgbClr val="0D0D0D"/>
                </a:solidFill>
                <a:latin typeface="SamsungOne-400" panose="020B0503030303020204" pitchFamily="34" charset="0"/>
                <a:ea typeface="SamsungOne-400" panose="020B0503030303020204" pitchFamily="34" charset="0"/>
              </a:endParaRPr>
            </a:p>
          </p:txBody>
        </p:sp>
        <p:sp>
          <p:nvSpPr>
            <p:cNvPr id="4" name="TextBox 3"/>
            <p:cNvSpPr txBox="1"/>
            <p:nvPr/>
          </p:nvSpPr>
          <p:spPr>
            <a:xfrm>
              <a:off x="6062472" y="3733771"/>
              <a:ext cx="310896" cy="369332"/>
            </a:xfrm>
            <a:prstGeom prst="rect">
              <a:avLst/>
            </a:prstGeom>
            <a:noFill/>
          </p:spPr>
          <p:txBody>
            <a:bodyPr wrap="square" rtlCol="0">
              <a:spAutoFit/>
            </a:bodyPr>
            <a:lstStyle/>
            <a:p>
              <a:r>
                <a:rPr lang="en-US" altLang="ko-KR" dirty="0" smtClean="0">
                  <a:solidFill>
                    <a:srgbClr val="FF0000"/>
                  </a:solidFill>
                  <a:latin typeface="+mn-lt"/>
                </a:rPr>
                <a:t>8</a:t>
              </a:r>
              <a:endParaRPr lang="ko-KR" altLang="en-US" dirty="0">
                <a:solidFill>
                  <a:srgbClr val="FF0000"/>
                </a:solidFill>
                <a:latin typeface="+mn-lt"/>
              </a:endParaRPr>
            </a:p>
          </p:txBody>
        </p:sp>
        <p:sp>
          <p:nvSpPr>
            <p:cNvPr id="9" name="TextBox 8"/>
            <p:cNvSpPr txBox="1"/>
            <p:nvPr/>
          </p:nvSpPr>
          <p:spPr>
            <a:xfrm>
              <a:off x="6461760" y="3733771"/>
              <a:ext cx="310896" cy="369332"/>
            </a:xfrm>
            <a:prstGeom prst="rect">
              <a:avLst/>
            </a:prstGeom>
            <a:noFill/>
          </p:spPr>
          <p:txBody>
            <a:bodyPr wrap="square" rtlCol="0">
              <a:spAutoFit/>
            </a:bodyPr>
            <a:lstStyle/>
            <a:p>
              <a:r>
                <a:rPr lang="en-US" altLang="ko-KR" dirty="0" smtClean="0">
                  <a:solidFill>
                    <a:srgbClr val="FF0000"/>
                  </a:solidFill>
                  <a:latin typeface="+mn-lt"/>
                </a:rPr>
                <a:t>1</a:t>
              </a:r>
              <a:endParaRPr lang="ko-KR" altLang="en-US" dirty="0">
                <a:solidFill>
                  <a:srgbClr val="FF0000"/>
                </a:solidFill>
                <a:latin typeface="+mn-lt"/>
              </a:endParaRPr>
            </a:p>
          </p:txBody>
        </p:sp>
        <p:sp>
          <p:nvSpPr>
            <p:cNvPr id="10" name="직사각형 2"/>
            <p:cNvSpPr/>
            <p:nvPr/>
          </p:nvSpPr>
          <p:spPr>
            <a:xfrm>
              <a:off x="532099" y="4098695"/>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smtClean="0">
                  <a:solidFill>
                    <a:srgbClr val="0D0D0D"/>
                  </a:solidFill>
                  <a:latin typeface="SamsungOne-400" panose="020B0503030303020204" pitchFamily="34" charset="0"/>
                  <a:ea typeface="SamsungOne-400" panose="020B0503030303020204" pitchFamily="34" charset="0"/>
                </a:rPr>
                <a:t>※ Hint: </a:t>
              </a:r>
              <a:r>
                <a:rPr lang="en-US" altLang="ko-KR" sz="1300" dirty="0" smtClean="0">
                  <a:solidFill>
                    <a:srgbClr val="0D0D0D"/>
                  </a:solidFill>
                  <a:latin typeface="SamsungOne-400" panose="020B0503030303020204" pitchFamily="34" charset="0"/>
                  <a:ea typeface="SamsungOne-400" panose="020B0503030303020204" pitchFamily="34" charset="0"/>
                </a:rPr>
                <a:t>“T” and “O” are 8 and 1, respectively. Here, 81 </a:t>
              </a:r>
              <a:r>
                <a:rPr lang="en-US" altLang="ko-KR" sz="1300" dirty="0" smtClean="0">
                  <a:solidFill>
                    <a:srgbClr val="0D0D0D"/>
                  </a:solidFill>
                  <a:ea typeface="SamsungOne-400" panose="020B0503030303020204" pitchFamily="34" charset="0"/>
                </a:rPr>
                <a:t>= </a:t>
              </a:r>
              <a:r>
                <a:rPr lang="en-US" altLang="ko-KR" sz="1300" dirty="0">
                  <a:solidFill>
                    <a:prstClr val="black"/>
                  </a:solidFill>
                  <a:ea typeface="D2Coding" panose="020B0609020101020101" pitchFamily="49" charset="-127"/>
                  <a:cs typeface="Samsung Sharp Sans" pitchFamily="2" charset="0"/>
                </a:rPr>
                <a:t>9</a:t>
              </a:r>
              <a:r>
                <a:rPr lang="en-US" altLang="ko-KR" sz="1300" baseline="30000" dirty="0">
                  <a:solidFill>
                    <a:prstClr val="black"/>
                  </a:solidFill>
                  <a:ea typeface="D2Coding" panose="020B0609020101020101" pitchFamily="49" charset="-127"/>
                  <a:cs typeface="Samsung Sharp Sans" pitchFamily="2" charset="0"/>
                </a:rPr>
                <a:t>2</a:t>
              </a:r>
              <a:r>
                <a:rPr lang="en-US" altLang="ko-KR" sz="1300" dirty="0" smtClean="0">
                  <a:solidFill>
                    <a:srgbClr val="0D0D0D"/>
                  </a:solidFill>
                  <a:ea typeface="SamsungOne-400" panose="020B0503030303020204" pitchFamily="34" charset="0"/>
                </a:rPr>
                <a:t> and 8 + 1 = 9 = </a:t>
              </a:r>
              <a:r>
                <a:rPr lang="en-US" altLang="ko-KR" sz="1300" dirty="0" smtClean="0">
                  <a:solidFill>
                    <a:prstClr val="black"/>
                  </a:solidFill>
                  <a:ea typeface="D2Coding" panose="020B0609020101020101" pitchFamily="49" charset="-127"/>
                  <a:cs typeface="Samsung Sharp Sans" pitchFamily="2" charset="0"/>
                </a:rPr>
                <a:t>3</a:t>
              </a:r>
              <a:r>
                <a:rPr lang="en-US" altLang="ko-KR" sz="1300" baseline="30000" dirty="0" smtClean="0">
                  <a:solidFill>
                    <a:prstClr val="black"/>
                  </a:solidFill>
                  <a:ea typeface="D2Coding" panose="020B0609020101020101" pitchFamily="49" charset="-127"/>
                  <a:cs typeface="Samsung Sharp Sans" pitchFamily="2" charset="0"/>
                </a:rPr>
                <a:t>2</a:t>
              </a:r>
              <a:r>
                <a:rPr lang="en-US" altLang="ko-KR" sz="1300" dirty="0" smtClean="0">
                  <a:solidFill>
                    <a:srgbClr val="0D0D0D"/>
                  </a:solidFill>
                  <a:ea typeface="D2Coding" panose="020B0609020101020101" pitchFamily="49" charset="-127"/>
                  <a:cs typeface="Samsung Sharp Sans" pitchFamily="2" charset="0"/>
                </a:rPr>
                <a:t> are both square numbers.</a:t>
              </a:r>
            </a:p>
            <a:p>
              <a:pPr algn="just"/>
              <a:endParaRPr lang="en-US" altLang="ko-KR" sz="1300" dirty="0" smtClean="0">
                <a:solidFill>
                  <a:srgbClr val="0D0D0D"/>
                </a:solidFill>
                <a:ea typeface="D2Coding" panose="020B0609020101020101" pitchFamily="49" charset="-127"/>
                <a:cs typeface="Samsung Sharp Sans" pitchFamily="2" charset="0"/>
              </a:endParaRPr>
            </a:p>
            <a:p>
              <a:pPr algn="just"/>
              <a:r>
                <a:rPr lang="en-US" altLang="ko-KR" sz="1300" dirty="0" smtClean="0">
                  <a:solidFill>
                    <a:srgbClr val="0D0D0D"/>
                  </a:solidFill>
                  <a:ea typeface="D2Coding" panose="020B0609020101020101" pitchFamily="49" charset="-127"/>
                  <a:cs typeface="Samsung Sharp Sans" pitchFamily="2" charset="0"/>
                </a:rPr>
                <a:t>We recommend students solve this problem by hand and then code with backtracking.</a:t>
              </a:r>
              <a:endParaRPr lang="en-US" altLang="ko-KR" sz="1300" dirty="0">
                <a:solidFill>
                  <a:srgbClr val="0D0D0D"/>
                </a:solidFill>
                <a:ea typeface="SamsungOne-400" panose="020B0503030303020204" pitchFamily="34" charset="0"/>
              </a:endParaRPr>
            </a:p>
          </p:txBody>
        </p:sp>
      </p:grpSp>
    </p:spTree>
    <p:extLst>
      <p:ext uri="{BB962C8B-B14F-4D97-AF65-F5344CB8AC3E}">
        <p14:creationId xmlns:p14="http://schemas.microsoft.com/office/powerpoint/2010/main" val="888073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33</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Backtracking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
        <p:nvSpPr>
          <p:cNvPr id="13" name="TextBox 12">
            <a:extLst>
              <a:ext uri="{FF2B5EF4-FFF2-40B4-BE49-F238E27FC236}">
                <a16:creationId xmlns:a16="http://schemas.microsoft.com/office/drawing/2014/main" xmlns="" id="{412DDBEB-CF3E-4C32-B365-0BA9C3AA2C6B}"/>
              </a:ext>
            </a:extLst>
          </p:cNvPr>
          <p:cNvSpPr txBox="1"/>
          <p:nvPr/>
        </p:nvSpPr>
        <p:spPr>
          <a:xfrm>
            <a:off x="387350" y="1975513"/>
            <a:ext cx="2076450" cy="307777"/>
          </a:xfrm>
          <a:prstGeom prst="rect">
            <a:avLst/>
          </a:prstGeom>
          <a:noFill/>
        </p:spPr>
        <p:txBody>
          <a:bodyPr wrap="square">
            <a:spAutoFit/>
          </a:bodyPr>
          <a:lstStyle/>
          <a:p>
            <a:pPr marL="182526" indent="-182526" latinLnBrk="0">
              <a:spcAft>
                <a:spcPts val="800"/>
              </a:spcAft>
              <a:buClr>
                <a:srgbClr val="193EB0"/>
              </a:buClr>
              <a:buSzPts val="1400"/>
              <a:buFont typeface="SamsungOne 400" panose="020B0503030303020204" pitchFamily="34" charset="0"/>
              <a:buChar char="‣"/>
            </a:pPr>
            <a:r>
              <a:rPr lang="pt-BR" altLang="ko-KR" sz="1400" b="1" dirty="0">
                <a:solidFill>
                  <a:srgbClr val="1429A0"/>
                </a:solidFill>
                <a:latin typeface="Samsung Sharp Sans Bold" pitchFamily="2" charset="0"/>
                <a:ea typeface="+mn-ea"/>
                <a:cs typeface="Samsung Sharp Sans Bold" pitchFamily="2" charset="0"/>
                <a:sym typeface="Arial"/>
              </a:rPr>
              <a:t>Reference code </a:t>
            </a:r>
          </a:p>
        </p:txBody>
      </p:sp>
      <p:pic>
        <p:nvPicPr>
          <p:cNvPr id="4" name="그림 3">
            <a:extLst>
              <a:ext uri="{FF2B5EF4-FFF2-40B4-BE49-F238E27FC236}">
                <a16:creationId xmlns:a16="http://schemas.microsoft.com/office/drawing/2014/main" xmlns="" id="{6A6B2835-0A7C-B3ED-1A5E-BD22BDB6A115}"/>
              </a:ext>
            </a:extLst>
          </p:cNvPr>
          <p:cNvPicPr>
            <a:picLocks noChangeAspect="1"/>
          </p:cNvPicPr>
          <p:nvPr/>
        </p:nvPicPr>
        <p:blipFill rotWithShape="1">
          <a:blip r:embed="rId3"/>
          <a:srcRect r="9376"/>
          <a:stretch/>
        </p:blipFill>
        <p:spPr>
          <a:xfrm>
            <a:off x="476028" y="2283290"/>
            <a:ext cx="8977295" cy="3585128"/>
          </a:xfrm>
          <a:prstGeom prst="rect">
            <a:avLst/>
          </a:prstGeom>
        </p:spPr>
      </p:pic>
    </p:spTree>
    <p:extLst>
      <p:ext uri="{BB962C8B-B14F-4D97-AF65-F5344CB8AC3E}">
        <p14:creationId xmlns:p14="http://schemas.microsoft.com/office/powerpoint/2010/main" val="25499016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33</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Backtracking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
        <p:nvSpPr>
          <p:cNvPr id="12" name="TextBox 11">
            <a:extLst>
              <a:ext uri="{FF2B5EF4-FFF2-40B4-BE49-F238E27FC236}">
                <a16:creationId xmlns:a16="http://schemas.microsoft.com/office/drawing/2014/main" xmlns="" id="{412DDBEB-CF3E-4C32-B365-0BA9C3AA2C6B}"/>
              </a:ext>
            </a:extLst>
          </p:cNvPr>
          <p:cNvSpPr txBox="1"/>
          <p:nvPr/>
        </p:nvSpPr>
        <p:spPr>
          <a:xfrm>
            <a:off x="387350" y="1975513"/>
            <a:ext cx="2076450" cy="307777"/>
          </a:xfrm>
          <a:prstGeom prst="rect">
            <a:avLst/>
          </a:prstGeom>
          <a:noFill/>
        </p:spPr>
        <p:txBody>
          <a:bodyPr wrap="square">
            <a:spAutoFit/>
          </a:bodyPr>
          <a:lstStyle/>
          <a:p>
            <a:pPr marL="182526" indent="-182526" latinLnBrk="0">
              <a:spcAft>
                <a:spcPts val="800"/>
              </a:spcAft>
              <a:buClr>
                <a:srgbClr val="193EB0"/>
              </a:buClr>
              <a:buSzPts val="1400"/>
              <a:buFont typeface="SamsungOne 400" panose="020B0503030303020204" pitchFamily="34" charset="0"/>
              <a:buChar char="‣"/>
            </a:pPr>
            <a:r>
              <a:rPr lang="pt-BR" altLang="ko-KR" sz="1400" b="1" dirty="0">
                <a:solidFill>
                  <a:srgbClr val="1429A0"/>
                </a:solidFill>
                <a:latin typeface="Samsung Sharp Sans Bold" pitchFamily="2" charset="0"/>
                <a:ea typeface="+mn-ea"/>
                <a:cs typeface="Samsung Sharp Sans Bold" pitchFamily="2" charset="0"/>
                <a:sym typeface="Arial"/>
              </a:rPr>
              <a:t>Reference code </a:t>
            </a:r>
          </a:p>
        </p:txBody>
      </p:sp>
      <p:pic>
        <p:nvPicPr>
          <p:cNvPr id="2" name="그림 1">
            <a:extLst>
              <a:ext uri="{FF2B5EF4-FFF2-40B4-BE49-F238E27FC236}">
                <a16:creationId xmlns:a16="http://schemas.microsoft.com/office/drawing/2014/main" xmlns="" id="{3A0CC022-1DBB-B872-B87F-130D913E1C22}"/>
              </a:ext>
            </a:extLst>
          </p:cNvPr>
          <p:cNvPicPr>
            <a:picLocks noChangeAspect="1"/>
          </p:cNvPicPr>
          <p:nvPr/>
        </p:nvPicPr>
        <p:blipFill rotWithShape="1">
          <a:blip r:embed="rId3"/>
          <a:srcRect r="9376"/>
          <a:stretch/>
        </p:blipFill>
        <p:spPr>
          <a:xfrm>
            <a:off x="476028" y="2283290"/>
            <a:ext cx="8977295" cy="3506964"/>
          </a:xfrm>
          <a:prstGeom prst="rect">
            <a:avLst/>
          </a:prstGeom>
        </p:spPr>
      </p:pic>
    </p:spTree>
    <p:extLst>
      <p:ext uri="{BB962C8B-B14F-4D97-AF65-F5344CB8AC3E}">
        <p14:creationId xmlns:p14="http://schemas.microsoft.com/office/powerpoint/2010/main" val="364078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33</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Backtracking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
        <p:nvSpPr>
          <p:cNvPr id="12" name="TextBox 11">
            <a:extLst>
              <a:ext uri="{FF2B5EF4-FFF2-40B4-BE49-F238E27FC236}">
                <a16:creationId xmlns:a16="http://schemas.microsoft.com/office/drawing/2014/main" xmlns="" id="{412DDBEB-CF3E-4C32-B365-0BA9C3AA2C6B}"/>
              </a:ext>
            </a:extLst>
          </p:cNvPr>
          <p:cNvSpPr txBox="1"/>
          <p:nvPr/>
        </p:nvSpPr>
        <p:spPr>
          <a:xfrm>
            <a:off x="387350" y="1975513"/>
            <a:ext cx="2076450" cy="307777"/>
          </a:xfrm>
          <a:prstGeom prst="rect">
            <a:avLst/>
          </a:prstGeom>
          <a:noFill/>
        </p:spPr>
        <p:txBody>
          <a:bodyPr wrap="square">
            <a:spAutoFit/>
          </a:bodyPr>
          <a:lstStyle/>
          <a:p>
            <a:pPr marL="182526" indent="-182526" latinLnBrk="0">
              <a:spcAft>
                <a:spcPts val="800"/>
              </a:spcAft>
              <a:buClr>
                <a:srgbClr val="193EB0"/>
              </a:buClr>
              <a:buSzPts val="1400"/>
              <a:buFont typeface="SamsungOne 400" panose="020B0503030303020204" pitchFamily="34" charset="0"/>
              <a:buChar char="‣"/>
            </a:pPr>
            <a:r>
              <a:rPr lang="pt-BR" altLang="ko-KR" sz="1400" b="1" dirty="0">
                <a:solidFill>
                  <a:srgbClr val="1429A0"/>
                </a:solidFill>
                <a:latin typeface="Samsung Sharp Sans Bold" pitchFamily="2" charset="0"/>
                <a:ea typeface="+mn-ea"/>
                <a:cs typeface="Samsung Sharp Sans Bold" pitchFamily="2" charset="0"/>
                <a:sym typeface="Arial"/>
              </a:rPr>
              <a:t>Reference code </a:t>
            </a:r>
          </a:p>
        </p:txBody>
      </p:sp>
      <p:pic>
        <p:nvPicPr>
          <p:cNvPr id="2" name="그림 1">
            <a:extLst>
              <a:ext uri="{FF2B5EF4-FFF2-40B4-BE49-F238E27FC236}">
                <a16:creationId xmlns:a16="http://schemas.microsoft.com/office/drawing/2014/main" xmlns="" id="{31D1A61A-5114-34B2-417C-623B14EE1FC3}"/>
              </a:ext>
            </a:extLst>
          </p:cNvPr>
          <p:cNvPicPr>
            <a:picLocks noChangeAspect="1"/>
          </p:cNvPicPr>
          <p:nvPr/>
        </p:nvPicPr>
        <p:blipFill rotWithShape="1">
          <a:blip r:embed="rId3"/>
          <a:srcRect r="9376"/>
          <a:stretch/>
        </p:blipFill>
        <p:spPr>
          <a:xfrm>
            <a:off x="476028" y="2283290"/>
            <a:ext cx="8977295" cy="3902995"/>
          </a:xfrm>
          <a:prstGeom prst="rect">
            <a:avLst/>
          </a:prstGeom>
        </p:spPr>
      </p:pic>
    </p:spTree>
    <p:extLst>
      <p:ext uri="{BB962C8B-B14F-4D97-AF65-F5344CB8AC3E}">
        <p14:creationId xmlns:p14="http://schemas.microsoft.com/office/powerpoint/2010/main" val="3560763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33-01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xmlns="" id="{C5C71516-92D0-4DA1-B7DA-7EF3FE5330F0}"/>
              </a:ext>
            </a:extLst>
          </p:cNvPr>
          <p:cNvSpPr/>
          <p:nvPr/>
        </p:nvSpPr>
        <p:spPr>
          <a:xfrm>
            <a:off x="7228114" y="324553"/>
            <a:ext cx="2225209"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33</a:t>
            </a:r>
          </a:p>
          <a:p>
            <a:pPr marL="400050" lvl="0" indent="-400050" algn="r" latinLnBrk="0">
              <a:spcAft>
                <a:spcPts val="0"/>
              </a:spcAft>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Backtracking</a:t>
            </a:r>
            <a:endParaRPr lang="ko-KR" altLang="ko-KR" sz="1200" dirty="0">
              <a:solidFill>
                <a:schemeClr val="bg1">
                  <a:lumMod val="85000"/>
                </a:schemeClr>
              </a:solidFill>
              <a:latin typeface="Samsung Sharp Sans Medium" pitchFamily="2" charset="0"/>
              <a:ea typeface="Samsung Sharp Sans Medium" pitchFamily="2" charset="0"/>
              <a:cs typeface="Samsung Sharp Sans Medium" pitchFamily="2" charset="0"/>
            </a:endParaRPr>
          </a:p>
        </p:txBody>
      </p:sp>
      <p:sp>
        <p:nvSpPr>
          <p:cNvPr id="12" name="TextBox 11">
            <a:extLst>
              <a:ext uri="{FF2B5EF4-FFF2-40B4-BE49-F238E27FC236}">
                <a16:creationId xmlns:a16="http://schemas.microsoft.com/office/drawing/2014/main" xmlns="" id="{412DDBEB-CF3E-4C32-B365-0BA9C3AA2C6B}"/>
              </a:ext>
            </a:extLst>
          </p:cNvPr>
          <p:cNvSpPr txBox="1"/>
          <p:nvPr/>
        </p:nvSpPr>
        <p:spPr>
          <a:xfrm>
            <a:off x="387350" y="1975513"/>
            <a:ext cx="2076450" cy="307777"/>
          </a:xfrm>
          <a:prstGeom prst="rect">
            <a:avLst/>
          </a:prstGeom>
          <a:noFill/>
        </p:spPr>
        <p:txBody>
          <a:bodyPr wrap="square">
            <a:spAutoFit/>
          </a:bodyPr>
          <a:lstStyle/>
          <a:p>
            <a:pPr marL="182526" indent="-182526" latinLnBrk="0">
              <a:spcAft>
                <a:spcPts val="800"/>
              </a:spcAft>
              <a:buClr>
                <a:srgbClr val="193EB0"/>
              </a:buClr>
              <a:buSzPts val="1400"/>
              <a:buFont typeface="SamsungOne 400" panose="020B0503030303020204" pitchFamily="34" charset="0"/>
              <a:buChar char="‣"/>
            </a:pPr>
            <a:r>
              <a:rPr lang="pt-BR" altLang="ko-KR" sz="1400" b="1" dirty="0">
                <a:solidFill>
                  <a:srgbClr val="1429A0"/>
                </a:solidFill>
                <a:latin typeface="Samsung Sharp Sans Bold" pitchFamily="2" charset="0"/>
                <a:ea typeface="+mn-ea"/>
                <a:cs typeface="Samsung Sharp Sans Bold" pitchFamily="2" charset="0"/>
                <a:sym typeface="Arial"/>
              </a:rPr>
              <a:t>Reference code </a:t>
            </a:r>
          </a:p>
        </p:txBody>
      </p:sp>
      <p:pic>
        <p:nvPicPr>
          <p:cNvPr id="5" name="그림 4">
            <a:extLst>
              <a:ext uri="{FF2B5EF4-FFF2-40B4-BE49-F238E27FC236}">
                <a16:creationId xmlns:a16="http://schemas.microsoft.com/office/drawing/2014/main" xmlns="" id="{75E4A4F4-2499-85B2-0CC0-BB1E1D71AF15}"/>
              </a:ext>
            </a:extLst>
          </p:cNvPr>
          <p:cNvPicPr>
            <a:picLocks noChangeAspect="1"/>
          </p:cNvPicPr>
          <p:nvPr/>
        </p:nvPicPr>
        <p:blipFill rotWithShape="1">
          <a:blip r:embed="rId3"/>
          <a:srcRect r="9376"/>
          <a:stretch/>
        </p:blipFill>
        <p:spPr>
          <a:xfrm>
            <a:off x="476028" y="2283290"/>
            <a:ext cx="8977295" cy="2308447"/>
          </a:xfrm>
          <a:prstGeom prst="rect">
            <a:avLst/>
          </a:prstGeom>
        </p:spPr>
      </p:pic>
    </p:spTree>
    <p:extLst>
      <p:ext uri="{BB962C8B-B14F-4D97-AF65-F5344CB8AC3E}">
        <p14:creationId xmlns:p14="http://schemas.microsoft.com/office/powerpoint/2010/main" val="2459015848"/>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msungOne 400"/>
        <a:ea typeface="Samsung Sharp Sans"/>
        <a:cs typeface=""/>
      </a:majorFont>
      <a:minorFont>
        <a:latin typeface="SamsungOne 400"/>
        <a:ea typeface="Samsung Sharp Sans"/>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11363</TotalTime>
  <Words>443</Words>
  <Application>Microsoft Office PowerPoint</Application>
  <PresentationFormat>A4 용지(210x297mm)</PresentationFormat>
  <Paragraphs>66</Paragraphs>
  <Slides>12</Slides>
  <Notes>12</Notes>
  <HiddenSlides>0</HiddenSlides>
  <MMClips>0</MMClips>
  <ScaleCrop>false</ScaleCrop>
  <HeadingPairs>
    <vt:vector size="6" baseType="variant">
      <vt:variant>
        <vt:lpstr>사용한 글꼴</vt:lpstr>
      </vt:variant>
      <vt:variant>
        <vt:i4>13</vt:i4>
      </vt:variant>
      <vt:variant>
        <vt:lpstr>테마</vt:lpstr>
      </vt:variant>
      <vt:variant>
        <vt:i4>1</vt:i4>
      </vt:variant>
      <vt:variant>
        <vt:lpstr>슬라이드 제목</vt:lpstr>
      </vt:variant>
      <vt:variant>
        <vt:i4>12</vt:i4>
      </vt:variant>
    </vt:vector>
  </HeadingPairs>
  <TitlesOfParts>
    <vt:vector size="26" baseType="lpstr">
      <vt:lpstr>Samsung Sharp Sans Bold</vt:lpstr>
      <vt:lpstr>SamsungOne-400</vt:lpstr>
      <vt:lpstr>SamsungOne 400</vt:lpstr>
      <vt:lpstr>Malgun Gothic Semilight</vt:lpstr>
      <vt:lpstr>Arial Unicode MS</vt:lpstr>
      <vt:lpstr>Samsung Sharp Sans</vt:lpstr>
      <vt:lpstr>맑은 고딕</vt:lpstr>
      <vt:lpstr>D2Coding</vt:lpstr>
      <vt:lpstr>SamsungOne-400C</vt:lpstr>
      <vt:lpstr>Samsung Sharp Sans Medium</vt:lpstr>
      <vt:lpstr>Times New Roman</vt:lpstr>
      <vt:lpstr>Arial</vt:lpstr>
      <vt:lpstr>굴림</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Soomin Kim</cp:lastModifiedBy>
  <cp:revision>626</cp:revision>
  <cp:lastPrinted>2021-06-22T04:42:01Z</cp:lastPrinted>
  <dcterms:created xsi:type="dcterms:W3CDTF">2009-02-24T02:14:00Z</dcterms:created>
  <dcterms:modified xsi:type="dcterms:W3CDTF">2023-09-05T20:52:37Z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