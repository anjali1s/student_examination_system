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906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7">
          <p15:clr>
            <a:srgbClr val="A4A3A4"/>
          </p15:clr>
        </p15:guide>
        <p15:guide id="2" pos="3120">
          <p15:clr>
            <a:srgbClr val="A4A3A4"/>
          </p15:clr>
        </p15:guide>
        <p15:guide id="3" orient="horz" pos="1412">
          <p15:clr>
            <a:srgbClr val="A4A3A4"/>
          </p15:clr>
        </p15:guide>
      </p15:sldGuideLst>
    </p:ext>
    <p:ext uri="{2D200454-40CA-4A62-9FC3-DE9A4176ACB9}">
      <p15:notesGuideLst>
        <p15:guide id="1" orient="horz" pos="3127">
          <p15:clr>
            <a:srgbClr val="A4A3A4"/>
          </p15:clr>
        </p15:guide>
        <p15:guide id="2" pos="2141">
          <p15:clr>
            <a:srgbClr val="A4A3A4"/>
          </p15:clr>
        </p15:guide>
      </p15:notesGuideLst>
    </p:ext>
    <p:ext uri="GoogleSlidesCustomDataVersion2">
      <go:slidesCustomData xmlns:go="http://customooxmlschemas.google.com/" r:id="rId18" roundtripDataSignature="AMtx7mhbZAuCAb1pzrwub7cQBZvuQM/6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7" orient="horz"/>
        <p:guide pos="3120"/>
        <p:guide pos="1412" orient="horz"/>
      </p:guideLst>
    </p:cSldViewPr>
  </p:slideViewPr>
  <p:notesViewPr>
    <p:cSldViewPr snapToGrid="0">
      <p:cViewPr varScale="1">
        <p:scale>
          <a:sx n="100" d="100"/>
          <a:sy n="100" d="100"/>
        </p:scale>
        <p:origin x="0" y="0"/>
      </p:cViewPr>
      <p:guideLst>
        <p:guide pos="3127" orient="horz"/>
        <p:guide pos="2141"/>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5659" cy="49633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Gulim"/>
                <a:ea typeface="Gulim"/>
                <a:cs typeface="Gulim"/>
                <a:sym typeface="Gulim"/>
              </a:defRPr>
            </a:lvl2pPr>
            <a:lvl3pPr lvl="2" marR="0" rtl="0" algn="l">
              <a:spcBef>
                <a:spcPts val="0"/>
              </a:spcBef>
              <a:spcAft>
                <a:spcPts val="0"/>
              </a:spcAft>
              <a:buSzPts val="1400"/>
              <a:buNone/>
              <a:defRPr b="0" i="0" sz="1800" u="none" cap="none" strike="noStrike">
                <a:solidFill>
                  <a:schemeClr val="dk1"/>
                </a:solidFill>
                <a:latin typeface="Gulim"/>
                <a:ea typeface="Gulim"/>
                <a:cs typeface="Gulim"/>
                <a:sym typeface="Gulim"/>
              </a:defRPr>
            </a:lvl3pPr>
            <a:lvl4pPr lvl="3" marR="0" rtl="0" algn="l">
              <a:spcBef>
                <a:spcPts val="0"/>
              </a:spcBef>
              <a:spcAft>
                <a:spcPts val="0"/>
              </a:spcAft>
              <a:buSzPts val="1400"/>
              <a:buNone/>
              <a:defRPr b="0" i="0" sz="1800" u="none" cap="none" strike="noStrike">
                <a:solidFill>
                  <a:schemeClr val="dk1"/>
                </a:solidFill>
                <a:latin typeface="Gulim"/>
                <a:ea typeface="Gulim"/>
                <a:cs typeface="Gulim"/>
                <a:sym typeface="Gulim"/>
              </a:defRPr>
            </a:lvl4pPr>
            <a:lvl5pPr lvl="4" marR="0" rtl="0" algn="l">
              <a:spcBef>
                <a:spcPts val="0"/>
              </a:spcBef>
              <a:spcAft>
                <a:spcPts val="0"/>
              </a:spcAft>
              <a:buSzPts val="1400"/>
              <a:buNone/>
              <a:defRPr b="0" i="0" sz="1800" u="none" cap="none" strike="noStrike">
                <a:solidFill>
                  <a:schemeClr val="dk1"/>
                </a:solidFill>
                <a:latin typeface="Gulim"/>
                <a:ea typeface="Gulim"/>
                <a:cs typeface="Gulim"/>
                <a:sym typeface="Gulim"/>
              </a:defRPr>
            </a:lvl5pPr>
            <a:lvl6pPr lvl="5" marR="0" rtl="0" algn="l">
              <a:spcBef>
                <a:spcPts val="0"/>
              </a:spcBef>
              <a:spcAft>
                <a:spcPts val="0"/>
              </a:spcAft>
              <a:buSzPts val="1400"/>
              <a:buNone/>
              <a:defRPr b="0" i="0" sz="1800" u="none" cap="none" strike="noStrike">
                <a:solidFill>
                  <a:schemeClr val="dk1"/>
                </a:solidFill>
                <a:latin typeface="Gulim"/>
                <a:ea typeface="Gulim"/>
                <a:cs typeface="Gulim"/>
                <a:sym typeface="Gulim"/>
              </a:defRPr>
            </a:lvl6pPr>
            <a:lvl7pPr lvl="6" marR="0" rtl="0" algn="l">
              <a:spcBef>
                <a:spcPts val="0"/>
              </a:spcBef>
              <a:spcAft>
                <a:spcPts val="0"/>
              </a:spcAft>
              <a:buSzPts val="1400"/>
              <a:buNone/>
              <a:defRPr b="0" i="0" sz="1800" u="none" cap="none" strike="noStrike">
                <a:solidFill>
                  <a:schemeClr val="dk1"/>
                </a:solidFill>
                <a:latin typeface="Gulim"/>
                <a:ea typeface="Gulim"/>
                <a:cs typeface="Gulim"/>
                <a:sym typeface="Gulim"/>
              </a:defRPr>
            </a:lvl7pPr>
            <a:lvl8pPr lvl="7" marR="0" rtl="0" algn="l">
              <a:spcBef>
                <a:spcPts val="0"/>
              </a:spcBef>
              <a:spcAft>
                <a:spcPts val="0"/>
              </a:spcAft>
              <a:buSzPts val="1400"/>
              <a:buNone/>
              <a:defRPr b="0" i="0" sz="1800" u="none" cap="none" strike="noStrike">
                <a:solidFill>
                  <a:schemeClr val="dk1"/>
                </a:solidFill>
                <a:latin typeface="Gulim"/>
                <a:ea typeface="Gulim"/>
                <a:cs typeface="Gulim"/>
                <a:sym typeface="Gulim"/>
              </a:defRPr>
            </a:lvl8pPr>
            <a:lvl9pPr lvl="8" marR="0" rtl="0" algn="l">
              <a:spcBef>
                <a:spcPts val="0"/>
              </a:spcBef>
              <a:spcAft>
                <a:spcPts val="0"/>
              </a:spcAft>
              <a:buSzPts val="1400"/>
              <a:buNone/>
              <a:defRPr b="0" i="0" sz="1800" u="none" cap="none" strike="noStrike">
                <a:solidFill>
                  <a:schemeClr val="dk1"/>
                </a:solidFill>
                <a:latin typeface="Gulim"/>
                <a:ea typeface="Gulim"/>
                <a:cs typeface="Gulim"/>
                <a:sym typeface="Gulim"/>
              </a:defRPr>
            </a:lvl9pPr>
          </a:lstStyle>
          <a:p/>
        </p:txBody>
      </p:sp>
      <p:sp>
        <p:nvSpPr>
          <p:cNvPr id="4" name="Google Shape;4;n"/>
          <p:cNvSpPr txBox="1"/>
          <p:nvPr>
            <p:ph idx="10" type="dt"/>
          </p:nvPr>
        </p:nvSpPr>
        <p:spPr>
          <a:xfrm>
            <a:off x="3850443" y="0"/>
            <a:ext cx="2945659" cy="496332"/>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Gulim"/>
                <a:ea typeface="Gulim"/>
                <a:cs typeface="Gulim"/>
                <a:sym typeface="Gulim"/>
              </a:defRPr>
            </a:lvl2pPr>
            <a:lvl3pPr lvl="2" marR="0" rtl="0" algn="l">
              <a:spcBef>
                <a:spcPts val="0"/>
              </a:spcBef>
              <a:spcAft>
                <a:spcPts val="0"/>
              </a:spcAft>
              <a:buSzPts val="1400"/>
              <a:buNone/>
              <a:defRPr b="0" i="0" sz="1800" u="none" cap="none" strike="noStrike">
                <a:solidFill>
                  <a:schemeClr val="dk1"/>
                </a:solidFill>
                <a:latin typeface="Gulim"/>
                <a:ea typeface="Gulim"/>
                <a:cs typeface="Gulim"/>
                <a:sym typeface="Gulim"/>
              </a:defRPr>
            </a:lvl3pPr>
            <a:lvl4pPr lvl="3" marR="0" rtl="0" algn="l">
              <a:spcBef>
                <a:spcPts val="0"/>
              </a:spcBef>
              <a:spcAft>
                <a:spcPts val="0"/>
              </a:spcAft>
              <a:buSzPts val="1400"/>
              <a:buNone/>
              <a:defRPr b="0" i="0" sz="1800" u="none" cap="none" strike="noStrike">
                <a:solidFill>
                  <a:schemeClr val="dk1"/>
                </a:solidFill>
                <a:latin typeface="Gulim"/>
                <a:ea typeface="Gulim"/>
                <a:cs typeface="Gulim"/>
                <a:sym typeface="Gulim"/>
              </a:defRPr>
            </a:lvl4pPr>
            <a:lvl5pPr lvl="4" marR="0" rtl="0" algn="l">
              <a:spcBef>
                <a:spcPts val="0"/>
              </a:spcBef>
              <a:spcAft>
                <a:spcPts val="0"/>
              </a:spcAft>
              <a:buSzPts val="1400"/>
              <a:buNone/>
              <a:defRPr b="0" i="0" sz="1800" u="none" cap="none" strike="noStrike">
                <a:solidFill>
                  <a:schemeClr val="dk1"/>
                </a:solidFill>
                <a:latin typeface="Gulim"/>
                <a:ea typeface="Gulim"/>
                <a:cs typeface="Gulim"/>
                <a:sym typeface="Gulim"/>
              </a:defRPr>
            </a:lvl5pPr>
            <a:lvl6pPr lvl="5" marR="0" rtl="0" algn="l">
              <a:spcBef>
                <a:spcPts val="0"/>
              </a:spcBef>
              <a:spcAft>
                <a:spcPts val="0"/>
              </a:spcAft>
              <a:buSzPts val="1400"/>
              <a:buNone/>
              <a:defRPr b="0" i="0" sz="1800" u="none" cap="none" strike="noStrike">
                <a:solidFill>
                  <a:schemeClr val="dk1"/>
                </a:solidFill>
                <a:latin typeface="Gulim"/>
                <a:ea typeface="Gulim"/>
                <a:cs typeface="Gulim"/>
                <a:sym typeface="Gulim"/>
              </a:defRPr>
            </a:lvl6pPr>
            <a:lvl7pPr lvl="6" marR="0" rtl="0" algn="l">
              <a:spcBef>
                <a:spcPts val="0"/>
              </a:spcBef>
              <a:spcAft>
                <a:spcPts val="0"/>
              </a:spcAft>
              <a:buSzPts val="1400"/>
              <a:buNone/>
              <a:defRPr b="0" i="0" sz="1800" u="none" cap="none" strike="noStrike">
                <a:solidFill>
                  <a:schemeClr val="dk1"/>
                </a:solidFill>
                <a:latin typeface="Gulim"/>
                <a:ea typeface="Gulim"/>
                <a:cs typeface="Gulim"/>
                <a:sym typeface="Gulim"/>
              </a:defRPr>
            </a:lvl7pPr>
            <a:lvl8pPr lvl="7" marR="0" rtl="0" algn="l">
              <a:spcBef>
                <a:spcPts val="0"/>
              </a:spcBef>
              <a:spcAft>
                <a:spcPts val="0"/>
              </a:spcAft>
              <a:buSzPts val="1400"/>
              <a:buNone/>
              <a:defRPr b="0" i="0" sz="1800" u="none" cap="none" strike="noStrike">
                <a:solidFill>
                  <a:schemeClr val="dk1"/>
                </a:solidFill>
                <a:latin typeface="Gulim"/>
                <a:ea typeface="Gulim"/>
                <a:cs typeface="Gulim"/>
                <a:sym typeface="Gulim"/>
              </a:defRPr>
            </a:lvl8pPr>
            <a:lvl9pPr lvl="8" marR="0" rtl="0" algn="l">
              <a:spcBef>
                <a:spcPts val="0"/>
              </a:spcBef>
              <a:spcAft>
                <a:spcPts val="0"/>
              </a:spcAft>
              <a:buSzPts val="1400"/>
              <a:buNone/>
              <a:defRPr b="0" i="0" sz="1800" u="none" cap="none" strike="noStrike">
                <a:solidFill>
                  <a:schemeClr val="dk1"/>
                </a:solidFill>
                <a:latin typeface="Gulim"/>
                <a:ea typeface="Gulim"/>
                <a:cs typeface="Gulim"/>
                <a:sym typeface="Gulim"/>
              </a:defRPr>
            </a:lvl9pPr>
          </a:lstStyle>
          <a:p/>
        </p:txBody>
      </p:sp>
      <p:sp>
        <p:nvSpPr>
          <p:cNvPr id="5" name="Google Shape;5;n"/>
          <p:cNvSpPr/>
          <p:nvPr>
            <p:ph idx="3"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36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9428583"/>
            <a:ext cx="2945659" cy="49633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Gulim"/>
                <a:ea typeface="Gulim"/>
                <a:cs typeface="Gulim"/>
                <a:sym typeface="Gulim"/>
              </a:defRPr>
            </a:lvl2pPr>
            <a:lvl3pPr lvl="2" marR="0" rtl="0" algn="l">
              <a:spcBef>
                <a:spcPts val="0"/>
              </a:spcBef>
              <a:spcAft>
                <a:spcPts val="0"/>
              </a:spcAft>
              <a:buSzPts val="1400"/>
              <a:buNone/>
              <a:defRPr b="0" i="0" sz="1800" u="none" cap="none" strike="noStrike">
                <a:solidFill>
                  <a:schemeClr val="dk1"/>
                </a:solidFill>
                <a:latin typeface="Gulim"/>
                <a:ea typeface="Gulim"/>
                <a:cs typeface="Gulim"/>
                <a:sym typeface="Gulim"/>
              </a:defRPr>
            </a:lvl3pPr>
            <a:lvl4pPr lvl="3" marR="0" rtl="0" algn="l">
              <a:spcBef>
                <a:spcPts val="0"/>
              </a:spcBef>
              <a:spcAft>
                <a:spcPts val="0"/>
              </a:spcAft>
              <a:buSzPts val="1400"/>
              <a:buNone/>
              <a:defRPr b="0" i="0" sz="1800" u="none" cap="none" strike="noStrike">
                <a:solidFill>
                  <a:schemeClr val="dk1"/>
                </a:solidFill>
                <a:latin typeface="Gulim"/>
                <a:ea typeface="Gulim"/>
                <a:cs typeface="Gulim"/>
                <a:sym typeface="Gulim"/>
              </a:defRPr>
            </a:lvl4pPr>
            <a:lvl5pPr lvl="4" marR="0" rtl="0" algn="l">
              <a:spcBef>
                <a:spcPts val="0"/>
              </a:spcBef>
              <a:spcAft>
                <a:spcPts val="0"/>
              </a:spcAft>
              <a:buSzPts val="1400"/>
              <a:buNone/>
              <a:defRPr b="0" i="0" sz="1800" u="none" cap="none" strike="noStrike">
                <a:solidFill>
                  <a:schemeClr val="dk1"/>
                </a:solidFill>
                <a:latin typeface="Gulim"/>
                <a:ea typeface="Gulim"/>
                <a:cs typeface="Gulim"/>
                <a:sym typeface="Gulim"/>
              </a:defRPr>
            </a:lvl5pPr>
            <a:lvl6pPr lvl="5" marR="0" rtl="0" algn="l">
              <a:spcBef>
                <a:spcPts val="0"/>
              </a:spcBef>
              <a:spcAft>
                <a:spcPts val="0"/>
              </a:spcAft>
              <a:buSzPts val="1400"/>
              <a:buNone/>
              <a:defRPr b="0" i="0" sz="1800" u="none" cap="none" strike="noStrike">
                <a:solidFill>
                  <a:schemeClr val="dk1"/>
                </a:solidFill>
                <a:latin typeface="Gulim"/>
                <a:ea typeface="Gulim"/>
                <a:cs typeface="Gulim"/>
                <a:sym typeface="Gulim"/>
              </a:defRPr>
            </a:lvl6pPr>
            <a:lvl7pPr lvl="6" marR="0" rtl="0" algn="l">
              <a:spcBef>
                <a:spcPts val="0"/>
              </a:spcBef>
              <a:spcAft>
                <a:spcPts val="0"/>
              </a:spcAft>
              <a:buSzPts val="1400"/>
              <a:buNone/>
              <a:defRPr b="0" i="0" sz="1800" u="none" cap="none" strike="noStrike">
                <a:solidFill>
                  <a:schemeClr val="dk1"/>
                </a:solidFill>
                <a:latin typeface="Gulim"/>
                <a:ea typeface="Gulim"/>
                <a:cs typeface="Gulim"/>
                <a:sym typeface="Gulim"/>
              </a:defRPr>
            </a:lvl7pPr>
            <a:lvl8pPr lvl="7" marR="0" rtl="0" algn="l">
              <a:spcBef>
                <a:spcPts val="0"/>
              </a:spcBef>
              <a:spcAft>
                <a:spcPts val="0"/>
              </a:spcAft>
              <a:buSzPts val="1400"/>
              <a:buNone/>
              <a:defRPr b="0" i="0" sz="1800" u="none" cap="none" strike="noStrike">
                <a:solidFill>
                  <a:schemeClr val="dk1"/>
                </a:solidFill>
                <a:latin typeface="Gulim"/>
                <a:ea typeface="Gulim"/>
                <a:cs typeface="Gulim"/>
                <a:sym typeface="Gulim"/>
              </a:defRPr>
            </a:lvl8pPr>
            <a:lvl9pPr lvl="8" marR="0" rtl="0" algn="l">
              <a:spcBef>
                <a:spcPts val="0"/>
              </a:spcBef>
              <a:spcAft>
                <a:spcPts val="0"/>
              </a:spcAft>
              <a:buSzPts val="1400"/>
              <a:buNone/>
              <a:defRPr b="0" i="0" sz="1800" u="none" cap="none" strike="noStrike">
                <a:solidFill>
                  <a:schemeClr val="dk1"/>
                </a:solidFill>
                <a:latin typeface="Gulim"/>
                <a:ea typeface="Gulim"/>
                <a:cs typeface="Gulim"/>
                <a:sym typeface="Gulim"/>
              </a:defRPr>
            </a:lvl9pPr>
          </a:lstStyle>
          <a:p/>
        </p:txBody>
      </p:sp>
      <p:sp>
        <p:nvSpPr>
          <p:cNvPr id="8" name="Google Shape;8;n"/>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p:nvPr>
            <p:ph idx="2" type="sldImg"/>
          </p:nvPr>
        </p:nvSpPr>
        <p:spPr>
          <a:xfrm>
            <a:off x="182563" y="539750"/>
            <a:ext cx="6527800" cy="4521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notes"/>
          <p:cNvSpPr txBox="1"/>
          <p:nvPr>
            <p:ph idx="1" type="body"/>
          </p:nvPr>
        </p:nvSpPr>
        <p:spPr>
          <a:xfrm>
            <a:off x="679768" y="5376929"/>
            <a:ext cx="5438140" cy="380521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45" name="Google Shape;145;p1: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000000"/>
                </a:solidFill>
                <a:latin typeface="Arial"/>
                <a:ea typeface="Arial"/>
                <a:cs typeface="Arial"/>
                <a:sym typeface="Arial"/>
              </a:rPr>
              <a:t>‹#›</a:t>
            </a:fld>
            <a:endParaRPr b="0" i="0" sz="13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2: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4" name="Google Shape;154;p2: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3: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6" name="Google Shape;166;p3: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txBox="1"/>
          <p:nvPr>
            <p:ph idx="1" type="body"/>
          </p:nvPr>
        </p:nvSpPr>
        <p:spPr>
          <a:xfrm>
            <a:off x="679768" y="4715153"/>
            <a:ext cx="5438140" cy="4466987"/>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6" name="Google Shape;176;p4: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5: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5: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97" name="Google Shape;197;p5: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6: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08" name="Google Shape;208;p6: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7: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19" name="Google Shape;219;p7: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8: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0" name="Google Shape;230;p8: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9: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41" name="Google Shape;241;p9: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0: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0: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49" name="Google Shape;249;p10: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11: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60" name="Google Shape;260;p11: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2:notes"/>
          <p:cNvSpPr/>
          <p:nvPr>
            <p:ph idx="2" type="sldImg"/>
          </p:nvPr>
        </p:nvSpPr>
        <p:spPr>
          <a:xfrm>
            <a:off x="711200" y="744538"/>
            <a:ext cx="537527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2:notes"/>
          <p:cNvSpPr txBox="1"/>
          <p:nvPr>
            <p:ph idx="1" type="body"/>
          </p:nvPr>
        </p:nvSpPr>
        <p:spPr>
          <a:xfrm>
            <a:off x="679768" y="4715153"/>
            <a:ext cx="5438140" cy="44669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71" name="Google Shape;271;p12:notes"/>
          <p:cNvSpPr txBox="1"/>
          <p:nvPr>
            <p:ph idx="12" type="sldNum"/>
          </p:nvPr>
        </p:nvSpPr>
        <p:spPr>
          <a:xfrm>
            <a:off x="3850443" y="9428583"/>
            <a:ext cx="2945659" cy="49633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ont Cover">
  <p:cSld name="Front Cover">
    <p:bg>
      <p:bgPr>
        <a:solidFill>
          <a:srgbClr val="F2F2F2"/>
        </a:solidFill>
      </p:bgPr>
    </p:bg>
    <p:spTree>
      <p:nvGrpSpPr>
        <p:cNvPr id="10" name="Shape 10"/>
        <p:cNvGrpSpPr/>
        <p:nvPr/>
      </p:nvGrpSpPr>
      <p:grpSpPr>
        <a:xfrm>
          <a:off x="0" y="0"/>
          <a:ext cx="0" cy="0"/>
          <a:chOff x="0" y="0"/>
          <a:chExt cx="0" cy="0"/>
        </a:xfrm>
      </p:grpSpPr>
      <p:pic>
        <p:nvPicPr>
          <p:cNvPr id="11" name="Google Shape;11;p14"/>
          <p:cNvPicPr preferRelativeResize="0"/>
          <p:nvPr/>
        </p:nvPicPr>
        <p:blipFill rotWithShape="1">
          <a:blip r:embed="rId2">
            <a:alphaModFix/>
          </a:blip>
          <a:srcRect b="0" l="0" r="0" t="0"/>
          <a:stretch/>
        </p:blipFill>
        <p:spPr>
          <a:xfrm>
            <a:off x="0" y="0"/>
            <a:ext cx="9906000" cy="6858000"/>
          </a:xfrm>
          <a:prstGeom prst="rect">
            <a:avLst/>
          </a:prstGeom>
          <a:noFill/>
          <a:ln>
            <a:noFill/>
          </a:ln>
        </p:spPr>
      </p:pic>
      <p:sp>
        <p:nvSpPr>
          <p:cNvPr id="12" name="Google Shape;12;p14"/>
          <p:cNvSpPr/>
          <p:nvPr/>
        </p:nvSpPr>
        <p:spPr>
          <a:xfrm>
            <a:off x="449612" y="450000"/>
            <a:ext cx="1282433" cy="198000"/>
          </a:xfrm>
          <a:custGeom>
            <a:rect b="b" l="l" r="r" t="t"/>
            <a:pathLst>
              <a:path extrusionOk="0" h="334" w="2179">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960"/>
              <a:buFont typeface="Gulim"/>
              <a:buNone/>
            </a:pPr>
            <a:r>
              <a:t/>
            </a:r>
            <a:endParaRPr b="0" i="0" sz="1960" u="none" cap="none" strike="noStrike">
              <a:solidFill>
                <a:schemeClr val="dk1"/>
              </a:solidFill>
              <a:latin typeface="Arial"/>
              <a:ea typeface="Arial"/>
              <a:cs typeface="Arial"/>
              <a:sym typeface="Arial"/>
            </a:endParaRPr>
          </a:p>
        </p:txBody>
      </p:sp>
      <p:pic>
        <p:nvPicPr>
          <p:cNvPr id="13" name="Google Shape;13;p14"/>
          <p:cNvPicPr preferRelativeResize="0"/>
          <p:nvPr/>
        </p:nvPicPr>
        <p:blipFill rotWithShape="1">
          <a:blip r:embed="rId3">
            <a:alphaModFix/>
          </a:blip>
          <a:srcRect b="0" l="0" r="0" t="0"/>
          <a:stretch/>
        </p:blipFill>
        <p:spPr>
          <a:xfrm>
            <a:off x="4266998" y="6141164"/>
            <a:ext cx="1372004" cy="450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able of Contents2">
  <p:cSld name="2_Table of Contents2">
    <p:spTree>
      <p:nvGrpSpPr>
        <p:cNvPr id="14" name="Shape 14"/>
        <p:cNvGrpSpPr/>
        <p:nvPr/>
      </p:nvGrpSpPr>
      <p:grpSpPr>
        <a:xfrm>
          <a:off x="0" y="0"/>
          <a:ext cx="0" cy="0"/>
          <a:chOff x="0" y="0"/>
          <a:chExt cx="0" cy="0"/>
        </a:xfrm>
      </p:grpSpPr>
      <p:pic>
        <p:nvPicPr>
          <p:cNvPr id="15" name="Google Shape;15;p15"/>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16" name="Google Shape;16;p15"/>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7" name="Google Shape;17;p15"/>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b="0" i="0" lang="en-US" sz="900" u="none" cap="none" strike="noStrike">
                <a:solidFill>
                  <a:srgbClr val="7F7F7F"/>
                </a:solidFill>
                <a:latin typeface="Arial"/>
                <a:ea typeface="Arial"/>
                <a:cs typeface="Arial"/>
                <a:sym typeface="Arial"/>
              </a:rPr>
              <a:t>‹#›</a:t>
            </a:fld>
            <a:endParaRPr b="0" i="0" sz="900" u="none" cap="none" strike="noStrike">
              <a:solidFill>
                <a:srgbClr val="7F7F7F"/>
              </a:solidFill>
              <a:latin typeface="Arial"/>
              <a:ea typeface="Arial"/>
              <a:cs typeface="Arial"/>
              <a:sym typeface="Arial"/>
            </a:endParaRPr>
          </a:p>
        </p:txBody>
      </p:sp>
      <p:sp>
        <p:nvSpPr>
          <p:cNvPr id="18" name="Google Shape;18;p15"/>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7F7F7F"/>
                </a:solidFill>
                <a:latin typeface="Arial"/>
                <a:ea typeface="Arial"/>
                <a:cs typeface="Arial"/>
                <a:sym typeface="Arial"/>
              </a:rPr>
              <a:t>Samsung Innovation Campus</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able of Contents">
  <p:cSld name="3_Table of Contents">
    <p:spTree>
      <p:nvGrpSpPr>
        <p:cNvPr id="19" name="Shape 19"/>
        <p:cNvGrpSpPr/>
        <p:nvPr/>
      </p:nvGrpSpPr>
      <p:grpSpPr>
        <a:xfrm>
          <a:off x="0" y="0"/>
          <a:ext cx="0" cy="0"/>
          <a:chOff x="0" y="0"/>
          <a:chExt cx="0" cy="0"/>
        </a:xfrm>
      </p:grpSpPr>
      <p:sp>
        <p:nvSpPr>
          <p:cNvPr id="20" name="Google Shape;20;p16"/>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b="0" i="0" lang="en-US" sz="900" u="none" cap="none" strike="noStrike">
                <a:solidFill>
                  <a:srgbClr val="7F7F7F"/>
                </a:solidFill>
                <a:latin typeface="Arial"/>
                <a:ea typeface="Arial"/>
                <a:cs typeface="Arial"/>
                <a:sym typeface="Arial"/>
              </a:rPr>
              <a:t>‹#›</a:t>
            </a:fld>
            <a:endParaRPr b="0" i="0" sz="900" u="none" cap="none" strike="noStrike">
              <a:solidFill>
                <a:srgbClr val="7F7F7F"/>
              </a:solidFill>
              <a:latin typeface="Arial"/>
              <a:ea typeface="Arial"/>
              <a:cs typeface="Arial"/>
              <a:sym typeface="Arial"/>
            </a:endParaRPr>
          </a:p>
        </p:txBody>
      </p:sp>
      <p:sp>
        <p:nvSpPr>
          <p:cNvPr id="21" name="Google Shape;21;p16"/>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7F7F7F"/>
                </a:solidFill>
                <a:latin typeface="Arial"/>
                <a:ea typeface="Arial"/>
                <a:cs typeface="Arial"/>
                <a:sym typeface="Arial"/>
              </a:rPr>
              <a:t>Samsung Innovation Campus</a:t>
            </a:r>
            <a:endParaRPr/>
          </a:p>
        </p:txBody>
      </p:sp>
      <p:sp>
        <p:nvSpPr>
          <p:cNvPr id="22" name="Google Shape;22;p16"/>
          <p:cNvSpPr txBox="1"/>
          <p:nvPr/>
        </p:nvSpPr>
        <p:spPr>
          <a:xfrm>
            <a:off x="5099050" y="6498000"/>
            <a:ext cx="4100257"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r>
              <a:rPr b="0" i="0" lang="en-US" sz="900" u="none" cap="none" strike="noStrike">
                <a:solidFill>
                  <a:srgbClr val="7F7F7F"/>
                </a:solidFill>
                <a:latin typeface="Arial"/>
                <a:ea typeface="Arial"/>
                <a:cs typeface="Arial"/>
                <a:sym typeface="Arial"/>
              </a:rPr>
              <a:t>Chapter 1. Programing Basic Concept and Starting Python</a:t>
            </a:r>
            <a:endParaRPr/>
          </a:p>
        </p:txBody>
      </p:sp>
      <p:grpSp>
        <p:nvGrpSpPr>
          <p:cNvPr id="23" name="Google Shape;23;p16"/>
          <p:cNvGrpSpPr/>
          <p:nvPr/>
        </p:nvGrpSpPr>
        <p:grpSpPr>
          <a:xfrm>
            <a:off x="0" y="0"/>
            <a:ext cx="9906000" cy="1065598"/>
            <a:chOff x="0" y="0"/>
            <a:chExt cx="9906000" cy="1065598"/>
          </a:xfrm>
        </p:grpSpPr>
        <p:sp>
          <p:nvSpPr>
            <p:cNvPr id="24" name="Google Shape;24;p16"/>
            <p:cNvSpPr/>
            <p:nvPr/>
          </p:nvSpPr>
          <p:spPr>
            <a:xfrm>
              <a:off x="0" y="788600"/>
              <a:ext cx="9906000" cy="276998"/>
            </a:xfrm>
            <a:prstGeom prst="rect">
              <a:avLst/>
            </a:prstGeom>
            <a:solidFill>
              <a:srgbClr val="F1F1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ulim"/>
                <a:ea typeface="Gulim"/>
                <a:cs typeface="Gulim"/>
                <a:sym typeface="Gulim"/>
              </a:endParaRPr>
            </a:p>
          </p:txBody>
        </p:sp>
        <p:sp>
          <p:nvSpPr>
            <p:cNvPr id="25" name="Google Shape;25;p16"/>
            <p:cNvSpPr/>
            <p:nvPr/>
          </p:nvSpPr>
          <p:spPr>
            <a:xfrm>
              <a:off x="0" y="0"/>
              <a:ext cx="9906000" cy="927100"/>
            </a:xfrm>
            <a:prstGeom prst="rect">
              <a:avLst/>
            </a:prstGeom>
            <a:solidFill>
              <a:srgbClr val="1429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ulim"/>
                <a:ea typeface="Gulim"/>
                <a:cs typeface="Gulim"/>
                <a:sym typeface="Gulim"/>
              </a:endParaRPr>
            </a:p>
          </p:txBody>
        </p:sp>
      </p:grpSp>
      <p:sp>
        <p:nvSpPr>
          <p:cNvPr id="26" name="Google Shape;26;p16"/>
          <p:cNvSpPr/>
          <p:nvPr/>
        </p:nvSpPr>
        <p:spPr>
          <a:xfrm>
            <a:off x="449612" y="523712"/>
            <a:ext cx="1784001"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chemeClr val="lt1"/>
                </a:solidFill>
                <a:latin typeface="Arial"/>
                <a:ea typeface="Arial"/>
                <a:cs typeface="Arial"/>
                <a:sym typeface="Arial"/>
              </a:rPr>
              <a:t>Chapter 1 Quiz</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27" name="Shape 27"/>
        <p:cNvGrpSpPr/>
        <p:nvPr/>
      </p:nvGrpSpPr>
      <p:grpSpPr>
        <a:xfrm>
          <a:off x="0" y="0"/>
          <a:ext cx="0" cy="0"/>
          <a:chOff x="0" y="0"/>
          <a:chExt cx="0" cy="0"/>
        </a:xfrm>
      </p:grpSpPr>
      <p:cxnSp>
        <p:nvCxnSpPr>
          <p:cNvPr id="28" name="Google Shape;28;p17"/>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29" name="Google Shape;29;p17"/>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0" name="Google Shape;30;p17"/>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31" name="Google Shape;31;p17"/>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1. </a:t>
            </a:r>
            <a:r>
              <a:rPr b="1" lang="en-US" sz="900">
                <a:solidFill>
                  <a:srgbClr val="7F7F7F"/>
                </a:solidFill>
                <a:latin typeface="Arial"/>
                <a:ea typeface="Arial"/>
                <a:cs typeface="Arial"/>
                <a:sym typeface="Arial"/>
              </a:rPr>
              <a:t>Python</a:t>
            </a:r>
            <a:r>
              <a:rPr b="1" lang="en-US" sz="900">
                <a:solidFill>
                  <a:srgbClr val="7F7F7F"/>
                </a:solidFill>
                <a:latin typeface="Arial"/>
                <a:ea typeface="Arial"/>
                <a:cs typeface="Arial"/>
                <a:sym typeface="Arial"/>
              </a:rPr>
              <a:t> Basics</a:t>
            </a:r>
            <a:endParaRPr b="1" sz="900">
              <a:solidFill>
                <a:srgbClr val="7F7F7F"/>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able of Contents">
  <p:cSld name="1_Table of Contents">
    <p:spTree>
      <p:nvGrpSpPr>
        <p:cNvPr id="32" name="Shape 32"/>
        <p:cNvGrpSpPr/>
        <p:nvPr/>
      </p:nvGrpSpPr>
      <p:grpSpPr>
        <a:xfrm>
          <a:off x="0" y="0"/>
          <a:ext cx="0" cy="0"/>
          <a:chOff x="0" y="0"/>
          <a:chExt cx="0" cy="0"/>
        </a:xfrm>
      </p:grpSpPr>
      <p:pic>
        <p:nvPicPr>
          <p:cNvPr id="33" name="Google Shape;33;p18"/>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34" name="Google Shape;34;p18"/>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35" name="Google Shape;35;p18"/>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6" name="Google Shape;36;p18"/>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37" name="Google Shape;37;p18"/>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1. </a:t>
            </a:r>
            <a:r>
              <a:rPr b="1" lang="en-US" sz="900">
                <a:solidFill>
                  <a:srgbClr val="7F7F7F"/>
                </a:solidFill>
                <a:latin typeface="Arial"/>
                <a:ea typeface="Arial"/>
                <a:cs typeface="Arial"/>
                <a:sym typeface="Arial"/>
              </a:rPr>
              <a:t>Python</a:t>
            </a:r>
            <a:r>
              <a:rPr b="1" lang="en-US" sz="900">
                <a:solidFill>
                  <a:srgbClr val="7F7F7F"/>
                </a:solidFill>
                <a:latin typeface="Arial"/>
                <a:ea typeface="Arial"/>
                <a:cs typeface="Arial"/>
                <a:sym typeface="Arial"/>
              </a:rPr>
              <a:t> Basics</a:t>
            </a:r>
            <a:endParaRPr b="1" sz="900">
              <a:solidFill>
                <a:srgbClr val="7F7F7F"/>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able of Contents">
  <p:cSld name="2_Table of Contents">
    <p:spTree>
      <p:nvGrpSpPr>
        <p:cNvPr id="38" name="Shape 38"/>
        <p:cNvGrpSpPr/>
        <p:nvPr/>
      </p:nvGrpSpPr>
      <p:grpSpPr>
        <a:xfrm>
          <a:off x="0" y="0"/>
          <a:ext cx="0" cy="0"/>
          <a:chOff x="0" y="0"/>
          <a:chExt cx="0" cy="0"/>
        </a:xfrm>
      </p:grpSpPr>
      <p:pic>
        <p:nvPicPr>
          <p:cNvPr id="39" name="Google Shape;39;p19"/>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40" name="Google Shape;40;p19"/>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41" name="Google Shape;41;p19"/>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42" name="Google Shape;42;p19"/>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43" name="Google Shape;43;p19"/>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1. </a:t>
            </a:r>
            <a:r>
              <a:rPr b="1" lang="en-US" sz="900">
                <a:solidFill>
                  <a:srgbClr val="7F7F7F"/>
                </a:solidFill>
                <a:latin typeface="Arial"/>
                <a:ea typeface="Arial"/>
                <a:cs typeface="Arial"/>
                <a:sym typeface="Arial"/>
              </a:rPr>
              <a:t>Python</a:t>
            </a:r>
            <a:r>
              <a:rPr b="1" lang="en-US" sz="900">
                <a:solidFill>
                  <a:srgbClr val="7F7F7F"/>
                </a:solidFill>
                <a:latin typeface="Arial"/>
                <a:ea typeface="Arial"/>
                <a:cs typeface="Arial"/>
                <a:sym typeface="Arial"/>
              </a:rPr>
              <a:t> Basics</a:t>
            </a:r>
            <a:endParaRPr b="1" sz="900">
              <a:solidFill>
                <a:srgbClr val="7F7F7F"/>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more">
  <p:cSld name="onemore">
    <p:spTree>
      <p:nvGrpSpPr>
        <p:cNvPr id="44" name="Shape 44"/>
        <p:cNvGrpSpPr/>
        <p:nvPr/>
      </p:nvGrpSpPr>
      <p:grpSpPr>
        <a:xfrm>
          <a:off x="0" y="0"/>
          <a:ext cx="0" cy="0"/>
          <a:chOff x="0" y="0"/>
          <a:chExt cx="0" cy="0"/>
        </a:xfrm>
      </p:grpSpPr>
      <p:grpSp>
        <p:nvGrpSpPr>
          <p:cNvPr id="45" name="Google Shape;45;p20"/>
          <p:cNvGrpSpPr/>
          <p:nvPr/>
        </p:nvGrpSpPr>
        <p:grpSpPr>
          <a:xfrm>
            <a:off x="449612" y="1462227"/>
            <a:ext cx="9003600" cy="4500283"/>
            <a:chOff x="578678" y="1445207"/>
            <a:chExt cx="8748000" cy="4136077"/>
          </a:xfrm>
        </p:grpSpPr>
        <p:sp>
          <p:nvSpPr>
            <p:cNvPr id="46" name="Google Shape;46;p20"/>
            <p:cNvSpPr/>
            <p:nvPr/>
          </p:nvSpPr>
          <p:spPr>
            <a:xfrm>
              <a:off x="578678" y="2038352"/>
              <a:ext cx="8748000" cy="3542932"/>
            </a:xfrm>
            <a:prstGeom prst="rect">
              <a:avLst/>
            </a:prstGeom>
            <a:solidFill>
              <a:srgbClr val="ECEFF6"/>
            </a:solidFill>
            <a:ln cap="flat" cmpd="sng" w="38100">
              <a:solidFill>
                <a:srgbClr val="0D0D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47" name="Google Shape;47;p20"/>
            <p:cNvSpPr/>
            <p:nvPr/>
          </p:nvSpPr>
          <p:spPr>
            <a:xfrm>
              <a:off x="578678" y="1445207"/>
              <a:ext cx="8748000" cy="617940"/>
            </a:xfrm>
            <a:prstGeom prst="rect">
              <a:avLst/>
            </a:prstGeom>
            <a:solidFill>
              <a:srgbClr val="ECEFF6"/>
            </a:solidFill>
            <a:ln cap="flat" cmpd="sng" w="38100">
              <a:solidFill>
                <a:srgbClr val="0D0D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48" name="Google Shape;48;p20"/>
            <p:cNvSpPr/>
            <p:nvPr/>
          </p:nvSpPr>
          <p:spPr>
            <a:xfrm rot="2700000">
              <a:off x="8915045" y="1573924"/>
              <a:ext cx="396525" cy="198725"/>
            </a:xfrm>
            <a:prstGeom prst="triangle">
              <a:avLst>
                <a:gd fmla="val 50000" name="adj"/>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grpSp>
        <p:nvGrpSpPr>
          <p:cNvPr id="49" name="Google Shape;49;p20"/>
          <p:cNvGrpSpPr/>
          <p:nvPr/>
        </p:nvGrpSpPr>
        <p:grpSpPr>
          <a:xfrm>
            <a:off x="0" y="1"/>
            <a:ext cx="9906000" cy="999802"/>
            <a:chOff x="0" y="1"/>
            <a:chExt cx="9906000" cy="999802"/>
          </a:xfrm>
        </p:grpSpPr>
        <p:sp>
          <p:nvSpPr>
            <p:cNvPr id="50" name="Google Shape;50;p20"/>
            <p:cNvSpPr/>
            <p:nvPr/>
          </p:nvSpPr>
          <p:spPr>
            <a:xfrm>
              <a:off x="0" y="619930"/>
              <a:ext cx="9906000" cy="379873"/>
            </a:xfrm>
            <a:prstGeom prst="rect">
              <a:avLst/>
            </a:prstGeom>
            <a:solidFill>
              <a:srgbClr val="F1F1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51" name="Google Shape;51;p20"/>
            <p:cNvSpPr/>
            <p:nvPr/>
          </p:nvSpPr>
          <p:spPr>
            <a:xfrm>
              <a:off x="0" y="1"/>
              <a:ext cx="9906000" cy="877824"/>
            </a:xfrm>
            <a:prstGeom prst="rect">
              <a:avLst/>
            </a:prstGeom>
            <a:solidFill>
              <a:srgbClr val="1429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cxnSp>
        <p:nvCxnSpPr>
          <p:cNvPr id="52" name="Google Shape;52;p20"/>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53" name="Google Shape;53;p20"/>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54" name="Google Shape;54;p20"/>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grpSp>
        <p:nvGrpSpPr>
          <p:cNvPr id="55" name="Google Shape;55;p20"/>
          <p:cNvGrpSpPr/>
          <p:nvPr/>
        </p:nvGrpSpPr>
        <p:grpSpPr>
          <a:xfrm>
            <a:off x="747834" y="2408824"/>
            <a:ext cx="8539600" cy="3303528"/>
            <a:chOff x="747834" y="2129937"/>
            <a:chExt cx="8539600" cy="3303528"/>
          </a:xfrm>
        </p:grpSpPr>
        <p:grpSp>
          <p:nvGrpSpPr>
            <p:cNvPr id="56" name="Google Shape;56;p20"/>
            <p:cNvGrpSpPr/>
            <p:nvPr/>
          </p:nvGrpSpPr>
          <p:grpSpPr>
            <a:xfrm>
              <a:off x="747834" y="2129937"/>
              <a:ext cx="8539600" cy="1267182"/>
              <a:chOff x="805623" y="2423005"/>
              <a:chExt cx="8539600" cy="1267182"/>
            </a:xfrm>
          </p:grpSpPr>
          <p:grpSp>
            <p:nvGrpSpPr>
              <p:cNvPr id="57" name="Google Shape;57;p20"/>
              <p:cNvGrpSpPr/>
              <p:nvPr/>
            </p:nvGrpSpPr>
            <p:grpSpPr>
              <a:xfrm>
                <a:off x="966158" y="2423005"/>
                <a:ext cx="8379065" cy="1267182"/>
                <a:chOff x="1098893" y="2558690"/>
                <a:chExt cx="8379065" cy="1267182"/>
              </a:xfrm>
            </p:grpSpPr>
            <p:sp>
              <p:nvSpPr>
                <p:cNvPr id="58" name="Google Shape;58;p20"/>
                <p:cNvSpPr/>
                <p:nvPr/>
              </p:nvSpPr>
              <p:spPr>
                <a:xfrm>
                  <a:off x="1098894" y="2558690"/>
                  <a:ext cx="7907946" cy="207370"/>
                </a:xfrm>
                <a:prstGeom prst="rect">
                  <a:avLst/>
                </a:prstGeom>
                <a:noFill/>
                <a:ln>
                  <a:noFill/>
                </a:ln>
              </p:spPr>
              <p:txBody>
                <a:bodyPr anchorCtr="0" anchor="t" bIns="0" lIns="0" spcFirstLastPara="1" rIns="0" wrap="square" tIns="0">
                  <a:spAutoFit/>
                </a:bodyPr>
                <a:lstStyle/>
                <a:p>
                  <a:pPr indent="0" lvl="0" marL="0" marR="0" rtl="0" algn="l">
                    <a:lnSpc>
                      <a:spcPct val="114285"/>
                    </a:lnSpc>
                    <a:spcBef>
                      <a:spcPts val="0"/>
                    </a:spcBef>
                    <a:spcAft>
                      <a:spcPts val="0"/>
                    </a:spcAft>
                    <a:buNone/>
                  </a:pPr>
                  <a:r>
                    <a:rPr b="1" lang="en-US" sz="1400">
                      <a:solidFill>
                        <a:srgbClr val="0D0D0D"/>
                      </a:solidFill>
                      <a:latin typeface="Arial"/>
                      <a:ea typeface="Arial"/>
                      <a:cs typeface="Arial"/>
                      <a:sym typeface="Arial"/>
                    </a:rPr>
                    <a:t>Guideline, mechanisms &amp; contingency plan</a:t>
                  </a:r>
                  <a:endParaRPr/>
                </a:p>
              </p:txBody>
            </p:sp>
            <p:sp>
              <p:nvSpPr>
                <p:cNvPr id="59" name="Google Shape;59;p20"/>
                <p:cNvSpPr/>
                <p:nvPr/>
              </p:nvSpPr>
              <p:spPr>
                <a:xfrm>
                  <a:off x="1098893" y="2799950"/>
                  <a:ext cx="8379065" cy="1025922"/>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Preparing pair programming involves establishing guidelines and mechanisms to help students pair properly and to keep them paired. For example, students should take turns “driving the mouse.” Effective preparation requires contingency plans in case one partner is absent or decides not to participate for one reason or another. In these cases, it is important to make it clear that the active student will not be punished because the pairing did not work well.</a:t>
                  </a:r>
                  <a:endParaRPr/>
                </a:p>
              </p:txBody>
            </p:sp>
          </p:grpSp>
          <p:sp>
            <p:nvSpPr>
              <p:cNvPr id="60" name="Google Shape;60;p20"/>
              <p:cNvSpPr/>
              <p:nvPr/>
            </p:nvSpPr>
            <p:spPr>
              <a:xfrm>
                <a:off x="805623" y="2439855"/>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nvGrpSpPr>
            <p:cNvPr id="61" name="Google Shape;61;p20"/>
            <p:cNvGrpSpPr/>
            <p:nvPr/>
          </p:nvGrpSpPr>
          <p:grpSpPr>
            <a:xfrm>
              <a:off x="747834" y="3559917"/>
              <a:ext cx="8539600" cy="1055714"/>
              <a:chOff x="805623" y="3889855"/>
              <a:chExt cx="8539600" cy="1055714"/>
            </a:xfrm>
          </p:grpSpPr>
          <p:grpSp>
            <p:nvGrpSpPr>
              <p:cNvPr id="62" name="Google Shape;62;p20"/>
              <p:cNvGrpSpPr/>
              <p:nvPr/>
            </p:nvGrpSpPr>
            <p:grpSpPr>
              <a:xfrm>
                <a:off x="958539" y="3889855"/>
                <a:ext cx="8386684" cy="1055714"/>
                <a:chOff x="1098894" y="2558690"/>
                <a:chExt cx="8386684" cy="1055714"/>
              </a:xfrm>
            </p:grpSpPr>
            <p:sp>
              <p:nvSpPr>
                <p:cNvPr id="63" name="Google Shape;63;p20"/>
                <p:cNvSpPr/>
                <p:nvPr/>
              </p:nvSpPr>
              <p:spPr>
                <a:xfrm>
                  <a:off x="1098894" y="2558690"/>
                  <a:ext cx="7907946" cy="205184"/>
                </a:xfrm>
                <a:prstGeom prst="rect">
                  <a:avLst/>
                </a:prstGeom>
                <a:noFill/>
                <a:ln>
                  <a:noFill/>
                </a:ln>
              </p:spPr>
              <p:txBody>
                <a:bodyPr anchorCtr="0" anchor="t" bIns="0" lIns="0" spcFirstLastPara="1" rIns="0" wrap="square" tIns="0">
                  <a:spAutoFit/>
                </a:bodyPr>
                <a:lstStyle/>
                <a:p>
                  <a:pPr indent="0" lvl="0" marL="0" marR="0" rtl="0" algn="l">
                    <a:lnSpc>
                      <a:spcPct val="114285"/>
                    </a:lnSpc>
                    <a:spcBef>
                      <a:spcPts val="0"/>
                    </a:spcBef>
                    <a:spcAft>
                      <a:spcPts val="0"/>
                    </a:spcAft>
                    <a:buNone/>
                  </a:pPr>
                  <a:r>
                    <a:rPr b="1" lang="en-US" sz="1400">
                      <a:solidFill>
                        <a:srgbClr val="0D0D0D"/>
                      </a:solidFill>
                      <a:latin typeface="Arial"/>
                      <a:ea typeface="Arial"/>
                      <a:cs typeface="Arial"/>
                      <a:sym typeface="Arial"/>
                    </a:rPr>
                    <a:t>Pairing similar, not necessarily equal, abilities as partners</a:t>
                  </a:r>
                  <a:endParaRPr/>
                </a:p>
              </p:txBody>
            </p:sp>
            <p:sp>
              <p:nvSpPr>
                <p:cNvPr id="64" name="Google Shape;64;p20"/>
                <p:cNvSpPr/>
                <p:nvPr/>
              </p:nvSpPr>
              <p:spPr>
                <a:xfrm>
                  <a:off x="1098894" y="2799950"/>
                  <a:ext cx="8386684" cy="814454"/>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Pair programming can be effective when students of similar, though not necessarily equal, abilities are paired as partners. Pairing mismatched students often can lead to unbalanced participation. Teachers must emphasize that pair programming is not a “divide-and-conquer” strategy, but rather a true collaborative effort in every endeavor for the entire project. Teachers should avoid pairing very weak students with very strong students.</a:t>
                  </a:r>
                  <a:endParaRPr/>
                </a:p>
              </p:txBody>
            </p:sp>
          </p:grpSp>
          <p:sp>
            <p:nvSpPr>
              <p:cNvPr id="65" name="Google Shape;65;p20"/>
              <p:cNvSpPr/>
              <p:nvPr/>
            </p:nvSpPr>
            <p:spPr>
              <a:xfrm>
                <a:off x="805623" y="3897487"/>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nvGrpSpPr>
            <p:cNvPr id="66" name="Google Shape;66;p20"/>
            <p:cNvGrpSpPr/>
            <p:nvPr/>
          </p:nvGrpSpPr>
          <p:grpSpPr>
            <a:xfrm>
              <a:off x="747834" y="4781836"/>
              <a:ext cx="8539600" cy="651629"/>
              <a:chOff x="805623" y="5143345"/>
              <a:chExt cx="8539600" cy="651629"/>
            </a:xfrm>
          </p:grpSpPr>
          <p:grpSp>
            <p:nvGrpSpPr>
              <p:cNvPr id="67" name="Google Shape;67;p20"/>
              <p:cNvGrpSpPr/>
              <p:nvPr/>
            </p:nvGrpSpPr>
            <p:grpSpPr>
              <a:xfrm>
                <a:off x="966159" y="5143345"/>
                <a:ext cx="8379064" cy="651629"/>
                <a:chOff x="1098894" y="2558690"/>
                <a:chExt cx="8379064" cy="651629"/>
              </a:xfrm>
            </p:grpSpPr>
            <p:sp>
              <p:nvSpPr>
                <p:cNvPr id="68" name="Google Shape;68;p20"/>
                <p:cNvSpPr/>
                <p:nvPr/>
              </p:nvSpPr>
              <p:spPr>
                <a:xfrm>
                  <a:off x="1098894" y="2558690"/>
                  <a:ext cx="7907946" cy="205184"/>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b="1" lang="en-US" sz="1300">
                      <a:solidFill>
                        <a:srgbClr val="0D0D0D"/>
                      </a:solidFill>
                      <a:latin typeface="Arial"/>
                      <a:ea typeface="Arial"/>
                      <a:cs typeface="Arial"/>
                      <a:sym typeface="Arial"/>
                    </a:rPr>
                    <a:t>Motivate students by offering extra incentives </a:t>
                  </a:r>
                  <a:endParaRPr/>
                </a:p>
              </p:txBody>
            </p:sp>
            <p:sp>
              <p:nvSpPr>
                <p:cNvPr id="69" name="Google Shape;69;p20"/>
                <p:cNvSpPr/>
                <p:nvPr/>
              </p:nvSpPr>
              <p:spPr>
                <a:xfrm>
                  <a:off x="1098894" y="2799950"/>
                  <a:ext cx="8379064" cy="410369"/>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Offering extra incentives can help motivate students to pair, especially with advanced students. Some teachers have found it helpful to require students to pair for only one or two assignments. </a:t>
                  </a:r>
                  <a:endParaRPr/>
                </a:p>
              </p:txBody>
            </p:sp>
          </p:grpSp>
          <p:sp>
            <p:nvSpPr>
              <p:cNvPr id="70" name="Google Shape;70;p20"/>
              <p:cNvSpPr/>
              <p:nvPr/>
            </p:nvSpPr>
            <p:spPr>
              <a:xfrm>
                <a:off x="805623" y="5156017"/>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grpSp>
        <p:nvGrpSpPr>
          <p:cNvPr id="71" name="Google Shape;71;p20"/>
          <p:cNvGrpSpPr/>
          <p:nvPr/>
        </p:nvGrpSpPr>
        <p:grpSpPr>
          <a:xfrm>
            <a:off x="589808" y="1588471"/>
            <a:ext cx="6615664" cy="430887"/>
            <a:chOff x="790976" y="1592058"/>
            <a:chExt cx="6615664" cy="430887"/>
          </a:xfrm>
        </p:grpSpPr>
        <p:sp>
          <p:nvSpPr>
            <p:cNvPr id="72" name="Google Shape;72;p20"/>
            <p:cNvSpPr/>
            <p:nvPr/>
          </p:nvSpPr>
          <p:spPr>
            <a:xfrm>
              <a:off x="1332314" y="1592058"/>
              <a:ext cx="607432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0D0D0D"/>
                  </a:solidFill>
                  <a:latin typeface="Arial"/>
                  <a:ea typeface="Arial"/>
                  <a:cs typeface="Arial"/>
                  <a:sym typeface="Arial"/>
                </a:rPr>
                <a:t>Pair Programming Practice</a:t>
              </a:r>
              <a:endParaRPr/>
            </a:p>
          </p:txBody>
        </p:sp>
        <p:pic>
          <p:nvPicPr>
            <p:cNvPr id="73" name="Google Shape;73;p20"/>
            <p:cNvPicPr preferRelativeResize="0"/>
            <p:nvPr/>
          </p:nvPicPr>
          <p:blipFill rotWithShape="1">
            <a:blip r:embed="rId2">
              <a:alphaModFix/>
            </a:blip>
            <a:srcRect b="0" l="0" r="0" t="0"/>
            <a:stretch/>
          </p:blipFill>
          <p:spPr>
            <a:xfrm>
              <a:off x="790976" y="1653961"/>
              <a:ext cx="374669" cy="323867"/>
            </a:xfrm>
            <a:prstGeom prst="rect">
              <a:avLst/>
            </a:prstGeom>
            <a:noFill/>
            <a:ln>
              <a:noFill/>
            </a:ln>
          </p:spPr>
        </p:pic>
      </p:grpSp>
      <p:sp>
        <p:nvSpPr>
          <p:cNvPr id="74" name="Google Shape;74;p20"/>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1. </a:t>
            </a:r>
            <a:r>
              <a:rPr b="1" lang="en-US" sz="900">
                <a:solidFill>
                  <a:srgbClr val="7F7F7F"/>
                </a:solidFill>
                <a:latin typeface="Arial"/>
                <a:ea typeface="Arial"/>
                <a:cs typeface="Arial"/>
                <a:sym typeface="Arial"/>
              </a:rPr>
              <a:t>Python</a:t>
            </a:r>
            <a:r>
              <a:rPr b="1" lang="en-US" sz="900">
                <a:solidFill>
                  <a:srgbClr val="7F7F7F"/>
                </a:solidFill>
                <a:latin typeface="Arial"/>
                <a:ea typeface="Arial"/>
                <a:cs typeface="Arial"/>
                <a:sym typeface="Arial"/>
              </a:rPr>
              <a:t> Basics</a:t>
            </a:r>
            <a:endParaRPr b="1" sz="900">
              <a:solidFill>
                <a:srgbClr val="7F7F7F"/>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nemore">
  <p:cSld name="1_onemore">
    <p:spTree>
      <p:nvGrpSpPr>
        <p:cNvPr id="75" name="Shape 75"/>
        <p:cNvGrpSpPr/>
        <p:nvPr/>
      </p:nvGrpSpPr>
      <p:grpSpPr>
        <a:xfrm>
          <a:off x="0" y="0"/>
          <a:ext cx="0" cy="0"/>
          <a:chOff x="0" y="0"/>
          <a:chExt cx="0" cy="0"/>
        </a:xfrm>
      </p:grpSpPr>
      <p:grpSp>
        <p:nvGrpSpPr>
          <p:cNvPr id="76" name="Google Shape;76;p21"/>
          <p:cNvGrpSpPr/>
          <p:nvPr/>
        </p:nvGrpSpPr>
        <p:grpSpPr>
          <a:xfrm>
            <a:off x="0" y="1"/>
            <a:ext cx="9906000" cy="999802"/>
            <a:chOff x="0" y="1"/>
            <a:chExt cx="9906000" cy="999802"/>
          </a:xfrm>
        </p:grpSpPr>
        <p:sp>
          <p:nvSpPr>
            <p:cNvPr id="77" name="Google Shape;77;p21"/>
            <p:cNvSpPr/>
            <p:nvPr/>
          </p:nvSpPr>
          <p:spPr>
            <a:xfrm>
              <a:off x="0" y="619930"/>
              <a:ext cx="9906000" cy="379873"/>
            </a:xfrm>
            <a:prstGeom prst="rect">
              <a:avLst/>
            </a:prstGeom>
            <a:solidFill>
              <a:srgbClr val="F1F1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78" name="Google Shape;78;p21"/>
            <p:cNvSpPr/>
            <p:nvPr/>
          </p:nvSpPr>
          <p:spPr>
            <a:xfrm>
              <a:off x="0" y="1"/>
              <a:ext cx="9906000" cy="877824"/>
            </a:xfrm>
            <a:prstGeom prst="rect">
              <a:avLst/>
            </a:prstGeom>
            <a:solidFill>
              <a:srgbClr val="1429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cxnSp>
        <p:nvCxnSpPr>
          <p:cNvPr id="79" name="Google Shape;79;p21"/>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80" name="Google Shape;80;p21"/>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81" name="Google Shape;81;p21"/>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grpSp>
        <p:nvGrpSpPr>
          <p:cNvPr id="82" name="Google Shape;82;p21"/>
          <p:cNvGrpSpPr/>
          <p:nvPr/>
        </p:nvGrpSpPr>
        <p:grpSpPr>
          <a:xfrm>
            <a:off x="449612" y="1462227"/>
            <a:ext cx="9003600" cy="4500283"/>
            <a:chOff x="449612" y="1219200"/>
            <a:chExt cx="9003600" cy="4500283"/>
          </a:xfrm>
        </p:grpSpPr>
        <p:grpSp>
          <p:nvGrpSpPr>
            <p:cNvPr id="83" name="Google Shape;83;p21"/>
            <p:cNvGrpSpPr/>
            <p:nvPr/>
          </p:nvGrpSpPr>
          <p:grpSpPr>
            <a:xfrm>
              <a:off x="449612" y="1219200"/>
              <a:ext cx="9003600" cy="4500283"/>
              <a:chOff x="578678" y="1445207"/>
              <a:chExt cx="8748000" cy="4136077"/>
            </a:xfrm>
          </p:grpSpPr>
          <p:sp>
            <p:nvSpPr>
              <p:cNvPr id="84" name="Google Shape;84;p21"/>
              <p:cNvSpPr/>
              <p:nvPr/>
            </p:nvSpPr>
            <p:spPr>
              <a:xfrm>
                <a:off x="578678" y="2038352"/>
                <a:ext cx="8748000" cy="3542932"/>
              </a:xfrm>
              <a:prstGeom prst="rect">
                <a:avLst/>
              </a:prstGeom>
              <a:solidFill>
                <a:srgbClr val="ECEFF6"/>
              </a:solidFill>
              <a:ln cap="flat" cmpd="sng" w="38100">
                <a:solidFill>
                  <a:srgbClr val="0D0D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85" name="Google Shape;85;p21"/>
              <p:cNvSpPr/>
              <p:nvPr/>
            </p:nvSpPr>
            <p:spPr>
              <a:xfrm>
                <a:off x="578678" y="1445207"/>
                <a:ext cx="8748000" cy="617940"/>
              </a:xfrm>
              <a:prstGeom prst="rect">
                <a:avLst/>
              </a:prstGeom>
              <a:solidFill>
                <a:srgbClr val="ECEFF6"/>
              </a:solidFill>
              <a:ln cap="flat" cmpd="sng" w="38100">
                <a:solidFill>
                  <a:srgbClr val="0D0D0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86" name="Google Shape;86;p21"/>
              <p:cNvSpPr/>
              <p:nvPr/>
            </p:nvSpPr>
            <p:spPr>
              <a:xfrm rot="2700000">
                <a:off x="8915045" y="1573924"/>
                <a:ext cx="396525" cy="198725"/>
              </a:xfrm>
              <a:prstGeom prst="triangle">
                <a:avLst>
                  <a:gd fmla="val 50000" name="adj"/>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grpSp>
          <p:nvGrpSpPr>
            <p:cNvPr id="87" name="Google Shape;87;p21"/>
            <p:cNvGrpSpPr/>
            <p:nvPr/>
          </p:nvGrpSpPr>
          <p:grpSpPr>
            <a:xfrm>
              <a:off x="747834" y="2165797"/>
              <a:ext cx="8539600" cy="1267182"/>
              <a:chOff x="805623" y="2423005"/>
              <a:chExt cx="8539600" cy="1267182"/>
            </a:xfrm>
          </p:grpSpPr>
          <p:grpSp>
            <p:nvGrpSpPr>
              <p:cNvPr id="88" name="Google Shape;88;p21"/>
              <p:cNvGrpSpPr/>
              <p:nvPr/>
            </p:nvGrpSpPr>
            <p:grpSpPr>
              <a:xfrm>
                <a:off x="966158" y="2423005"/>
                <a:ext cx="8379065" cy="1267182"/>
                <a:chOff x="1098893" y="2558690"/>
                <a:chExt cx="8379065" cy="1267182"/>
              </a:xfrm>
            </p:grpSpPr>
            <p:sp>
              <p:nvSpPr>
                <p:cNvPr id="89" name="Google Shape;89;p21"/>
                <p:cNvSpPr/>
                <p:nvPr/>
              </p:nvSpPr>
              <p:spPr>
                <a:xfrm>
                  <a:off x="1098894" y="2558690"/>
                  <a:ext cx="7907946" cy="207370"/>
                </a:xfrm>
                <a:prstGeom prst="rect">
                  <a:avLst/>
                </a:prstGeom>
                <a:noFill/>
                <a:ln>
                  <a:noFill/>
                </a:ln>
              </p:spPr>
              <p:txBody>
                <a:bodyPr anchorCtr="0" anchor="t" bIns="0" lIns="0" spcFirstLastPara="1" rIns="0" wrap="square" tIns="0">
                  <a:spAutoFit/>
                </a:bodyPr>
                <a:lstStyle/>
                <a:p>
                  <a:pPr indent="0" lvl="0" marL="0" marR="0" rtl="0" algn="l">
                    <a:lnSpc>
                      <a:spcPct val="114285"/>
                    </a:lnSpc>
                    <a:spcBef>
                      <a:spcPts val="0"/>
                    </a:spcBef>
                    <a:spcAft>
                      <a:spcPts val="0"/>
                    </a:spcAft>
                    <a:buNone/>
                  </a:pPr>
                  <a:r>
                    <a:rPr b="1" lang="en-US" sz="1400">
                      <a:solidFill>
                        <a:srgbClr val="0D0D0D"/>
                      </a:solidFill>
                      <a:latin typeface="Arial"/>
                      <a:ea typeface="Arial"/>
                      <a:cs typeface="Arial"/>
                      <a:sym typeface="Arial"/>
                    </a:rPr>
                    <a:t>Prevent collaboration cheating</a:t>
                  </a:r>
                  <a:endParaRPr/>
                </a:p>
              </p:txBody>
            </p:sp>
            <p:sp>
              <p:nvSpPr>
                <p:cNvPr id="90" name="Google Shape;90;p21"/>
                <p:cNvSpPr/>
                <p:nvPr/>
              </p:nvSpPr>
              <p:spPr>
                <a:xfrm>
                  <a:off x="1098893" y="2799950"/>
                  <a:ext cx="8379065" cy="1025922"/>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The challenge for the teacher is to find ways to assess individual outcomes, while leveraging the benefits of collaboration. How do you know whether a student learned or cheated? Experts recommend revisiting course design and assessment, as well as explicitly and concretely discussing with the students on behaviors that will be interpreted as cheating. Experts encourage teachers to make assignments meaningful to students and to explain the value of what students will learn by completing them.</a:t>
                  </a:r>
                  <a:endParaRPr/>
                </a:p>
              </p:txBody>
            </p:sp>
          </p:grpSp>
          <p:sp>
            <p:nvSpPr>
              <p:cNvPr id="91" name="Google Shape;91;p21"/>
              <p:cNvSpPr/>
              <p:nvPr/>
            </p:nvSpPr>
            <p:spPr>
              <a:xfrm>
                <a:off x="805623" y="2439855"/>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nvGrpSpPr>
            <p:cNvPr id="92" name="Google Shape;92;p21"/>
            <p:cNvGrpSpPr/>
            <p:nvPr/>
          </p:nvGrpSpPr>
          <p:grpSpPr>
            <a:xfrm>
              <a:off x="747834" y="3595777"/>
              <a:ext cx="8539600" cy="1876451"/>
              <a:chOff x="805623" y="3889855"/>
              <a:chExt cx="8539600" cy="1876451"/>
            </a:xfrm>
          </p:grpSpPr>
          <p:grpSp>
            <p:nvGrpSpPr>
              <p:cNvPr id="93" name="Google Shape;93;p21"/>
              <p:cNvGrpSpPr/>
              <p:nvPr/>
            </p:nvGrpSpPr>
            <p:grpSpPr>
              <a:xfrm>
                <a:off x="958539" y="3889855"/>
                <a:ext cx="8386684" cy="1876451"/>
                <a:chOff x="1098894" y="2558690"/>
                <a:chExt cx="8386684" cy="1876451"/>
              </a:xfrm>
            </p:grpSpPr>
            <p:sp>
              <p:nvSpPr>
                <p:cNvPr id="94" name="Google Shape;94;p21"/>
                <p:cNvSpPr/>
                <p:nvPr/>
              </p:nvSpPr>
              <p:spPr>
                <a:xfrm>
                  <a:off x="1098894" y="2558690"/>
                  <a:ext cx="7907946" cy="205184"/>
                </a:xfrm>
                <a:prstGeom prst="rect">
                  <a:avLst/>
                </a:prstGeom>
                <a:noFill/>
                <a:ln>
                  <a:noFill/>
                </a:ln>
              </p:spPr>
              <p:txBody>
                <a:bodyPr anchorCtr="0" anchor="t" bIns="0" lIns="0" spcFirstLastPara="1" rIns="0" wrap="square" tIns="0">
                  <a:spAutoFit/>
                </a:bodyPr>
                <a:lstStyle/>
                <a:p>
                  <a:pPr indent="0" lvl="0" marL="0" marR="0" rtl="0" algn="l">
                    <a:lnSpc>
                      <a:spcPct val="114285"/>
                    </a:lnSpc>
                    <a:spcBef>
                      <a:spcPts val="0"/>
                    </a:spcBef>
                    <a:spcAft>
                      <a:spcPts val="0"/>
                    </a:spcAft>
                    <a:buNone/>
                  </a:pPr>
                  <a:r>
                    <a:rPr b="1" lang="en-US" sz="1400">
                      <a:solidFill>
                        <a:srgbClr val="0D0D0D"/>
                      </a:solidFill>
                      <a:latin typeface="Arial"/>
                      <a:ea typeface="Arial"/>
                      <a:cs typeface="Arial"/>
                      <a:sym typeface="Arial"/>
                    </a:rPr>
                    <a:t>Collaborative learning environment</a:t>
                  </a:r>
                  <a:endParaRPr/>
                </a:p>
              </p:txBody>
            </p:sp>
            <p:sp>
              <p:nvSpPr>
                <p:cNvPr id="95" name="Google Shape;95;p21"/>
                <p:cNvSpPr/>
                <p:nvPr/>
              </p:nvSpPr>
              <p:spPr>
                <a:xfrm>
                  <a:off x="1098894" y="2799950"/>
                  <a:ext cx="8386684" cy="1635191"/>
                </a:xfrm>
                <a:prstGeom prst="rect">
                  <a:avLst/>
                </a:prstGeom>
                <a:noFill/>
                <a:ln>
                  <a:noFill/>
                </a:ln>
              </p:spPr>
              <p:txBody>
                <a:bodyPr anchorCtr="0" anchor="t" bIns="0" lIns="0" spcFirstLastPara="1" rIns="0" wrap="square" tIns="0">
                  <a:spAutoFit/>
                </a:bodyPr>
                <a:lstStyle/>
                <a:p>
                  <a:pPr indent="0" lvl="0" marL="0" marR="0" rtl="0" algn="l">
                    <a:lnSpc>
                      <a:spcPct val="123076"/>
                    </a:lnSpc>
                    <a:spcBef>
                      <a:spcPts val="0"/>
                    </a:spcBef>
                    <a:spcAft>
                      <a:spcPts val="0"/>
                    </a:spcAft>
                    <a:buNone/>
                  </a:pPr>
                  <a:r>
                    <a:rPr lang="en-US" sz="1300">
                      <a:solidFill>
                        <a:srgbClr val="0D0D0D"/>
                      </a:solidFill>
                      <a:latin typeface="Arial"/>
                      <a:ea typeface="Arial"/>
                      <a:cs typeface="Arial"/>
                      <a:sym typeface="Arial"/>
                    </a:rPr>
                    <a:t>A collaborative learning environment occurs anytime an instructor requires students to work together on learning activities. Collaborative learning environments can involve both formal and informal activities and may or may not include direct assessment. For example, pairs of students work on programming assignments; small groups of students discuss possible answers to a professor’s question during lecture; and students work together outside of class to learn new concepts. Collaborative learning is distinct from projects where students “divide and conquer.” When students divide the work, each is responsible for only part of the problem solving and there are very limited opportunities for working through problems with others. In collaborative environments, students are engaged in intellectual talk with each other.</a:t>
                  </a:r>
                  <a:endParaRPr/>
                </a:p>
              </p:txBody>
            </p:sp>
          </p:grpSp>
          <p:sp>
            <p:nvSpPr>
              <p:cNvPr id="96" name="Google Shape;96;p21"/>
              <p:cNvSpPr/>
              <p:nvPr/>
            </p:nvSpPr>
            <p:spPr>
              <a:xfrm>
                <a:off x="805623" y="3897487"/>
                <a:ext cx="36000" cy="179958"/>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grpSp>
        <p:grpSp>
          <p:nvGrpSpPr>
            <p:cNvPr id="97" name="Google Shape;97;p21"/>
            <p:cNvGrpSpPr/>
            <p:nvPr/>
          </p:nvGrpSpPr>
          <p:grpSpPr>
            <a:xfrm>
              <a:off x="589808" y="1345444"/>
              <a:ext cx="6615664" cy="430887"/>
              <a:chOff x="790976" y="1592058"/>
              <a:chExt cx="6615664" cy="430887"/>
            </a:xfrm>
          </p:grpSpPr>
          <p:sp>
            <p:nvSpPr>
              <p:cNvPr id="98" name="Google Shape;98;p21"/>
              <p:cNvSpPr/>
              <p:nvPr/>
            </p:nvSpPr>
            <p:spPr>
              <a:xfrm>
                <a:off x="1332314" y="1592058"/>
                <a:ext cx="607432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0D0D0D"/>
                    </a:solidFill>
                    <a:latin typeface="Arial"/>
                    <a:ea typeface="Arial"/>
                    <a:cs typeface="Arial"/>
                    <a:sym typeface="Arial"/>
                  </a:rPr>
                  <a:t>Pair Programming Practice</a:t>
                </a:r>
                <a:endParaRPr/>
              </a:p>
            </p:txBody>
          </p:sp>
          <p:pic>
            <p:nvPicPr>
              <p:cNvPr id="99" name="Google Shape;99;p21"/>
              <p:cNvPicPr preferRelativeResize="0"/>
              <p:nvPr/>
            </p:nvPicPr>
            <p:blipFill rotWithShape="1">
              <a:blip r:embed="rId2">
                <a:alphaModFix/>
              </a:blip>
              <a:srcRect b="0" l="0" r="0" t="0"/>
              <a:stretch/>
            </p:blipFill>
            <p:spPr>
              <a:xfrm>
                <a:off x="790976" y="1653961"/>
                <a:ext cx="374669" cy="323867"/>
              </a:xfrm>
              <a:prstGeom prst="rect">
                <a:avLst/>
              </a:prstGeom>
              <a:noFill/>
              <a:ln>
                <a:noFill/>
              </a:ln>
            </p:spPr>
          </p:pic>
        </p:grpSp>
      </p:grpSp>
      <p:sp>
        <p:nvSpPr>
          <p:cNvPr id="100" name="Google Shape;100;p21"/>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1. </a:t>
            </a:r>
            <a:r>
              <a:rPr b="1" lang="en-US" sz="900">
                <a:solidFill>
                  <a:srgbClr val="7F7F7F"/>
                </a:solidFill>
                <a:latin typeface="Arial"/>
                <a:ea typeface="Arial"/>
                <a:cs typeface="Arial"/>
                <a:sym typeface="Arial"/>
              </a:rPr>
              <a:t>Python</a:t>
            </a:r>
            <a:r>
              <a:rPr b="1" lang="en-US" sz="900">
                <a:solidFill>
                  <a:srgbClr val="7F7F7F"/>
                </a:solidFill>
                <a:latin typeface="Arial"/>
                <a:ea typeface="Arial"/>
                <a:cs typeface="Arial"/>
                <a:sym typeface="Arial"/>
              </a:rPr>
              <a:t> Basics</a:t>
            </a:r>
            <a:endParaRPr b="1" sz="900">
              <a:solidFill>
                <a:srgbClr val="7F7F7F"/>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iz">
  <p:cSld name="Quiz">
    <p:spTree>
      <p:nvGrpSpPr>
        <p:cNvPr id="101" name="Shape 101"/>
        <p:cNvGrpSpPr/>
        <p:nvPr/>
      </p:nvGrpSpPr>
      <p:grpSpPr>
        <a:xfrm>
          <a:off x="0" y="0"/>
          <a:ext cx="0" cy="0"/>
          <a:chOff x="0" y="0"/>
          <a:chExt cx="0" cy="0"/>
        </a:xfrm>
      </p:grpSpPr>
      <p:sp>
        <p:nvSpPr>
          <p:cNvPr id="102" name="Google Shape;102;p22"/>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03" name="Google Shape;103;p22"/>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104" name="Google Shape;104;p22"/>
          <p:cNvSpPr txBox="1"/>
          <p:nvPr/>
        </p:nvSpPr>
        <p:spPr>
          <a:xfrm>
            <a:off x="5099050" y="6498000"/>
            <a:ext cx="4100257"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r>
              <a:rPr lang="en-US" sz="900">
                <a:solidFill>
                  <a:srgbClr val="7F7F7F"/>
                </a:solidFill>
                <a:latin typeface="Arial"/>
                <a:ea typeface="Arial"/>
                <a:cs typeface="Arial"/>
                <a:sym typeface="Arial"/>
              </a:rPr>
              <a:t>Chapter 1. Programing Basic Concept and Starting Python</a:t>
            </a:r>
            <a:endParaRPr/>
          </a:p>
        </p:txBody>
      </p:sp>
      <p:grpSp>
        <p:nvGrpSpPr>
          <p:cNvPr id="105" name="Google Shape;105;p22"/>
          <p:cNvGrpSpPr/>
          <p:nvPr/>
        </p:nvGrpSpPr>
        <p:grpSpPr>
          <a:xfrm>
            <a:off x="0" y="0"/>
            <a:ext cx="9906000" cy="1065598"/>
            <a:chOff x="0" y="0"/>
            <a:chExt cx="9906000" cy="1065598"/>
          </a:xfrm>
        </p:grpSpPr>
        <p:sp>
          <p:nvSpPr>
            <p:cNvPr id="106" name="Google Shape;106;p22"/>
            <p:cNvSpPr/>
            <p:nvPr/>
          </p:nvSpPr>
          <p:spPr>
            <a:xfrm>
              <a:off x="0" y="788600"/>
              <a:ext cx="9906000" cy="276998"/>
            </a:xfrm>
            <a:prstGeom prst="rect">
              <a:avLst/>
            </a:prstGeom>
            <a:solidFill>
              <a:srgbClr val="F1F1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sp>
          <p:nvSpPr>
            <p:cNvPr id="107" name="Google Shape;107;p22"/>
            <p:cNvSpPr/>
            <p:nvPr/>
          </p:nvSpPr>
          <p:spPr>
            <a:xfrm>
              <a:off x="0" y="0"/>
              <a:ext cx="9906000" cy="927100"/>
            </a:xfrm>
            <a:prstGeom prst="rect">
              <a:avLst/>
            </a:prstGeom>
            <a:solidFill>
              <a:srgbClr val="1429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ulim"/>
                <a:ea typeface="Gulim"/>
                <a:cs typeface="Gulim"/>
                <a:sym typeface="Gulim"/>
              </a:endParaRPr>
            </a:p>
          </p:txBody>
        </p:sp>
      </p:grpSp>
      <p:sp>
        <p:nvSpPr>
          <p:cNvPr id="108" name="Google Shape;108;p22"/>
          <p:cNvSpPr/>
          <p:nvPr/>
        </p:nvSpPr>
        <p:spPr>
          <a:xfrm>
            <a:off x="449612" y="523712"/>
            <a:ext cx="1784001"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lt1"/>
                </a:solidFill>
                <a:latin typeface="Arial"/>
                <a:ea typeface="Arial"/>
                <a:cs typeface="Arial"/>
                <a:sym typeface="Arial"/>
              </a:rPr>
              <a:t>Chapter 1 Quiz</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type="blank">
  <p:cSld name="BLANK">
    <p:spTree>
      <p:nvGrpSpPr>
        <p:cNvPr id="109" name="Shape 109"/>
        <p:cNvGrpSpPr/>
        <p:nvPr/>
      </p:nvGrpSpPr>
      <p:grpSpPr>
        <a:xfrm>
          <a:off x="0" y="0"/>
          <a:ext cx="0" cy="0"/>
          <a:chOff x="0" y="0"/>
          <a:chExt cx="0" cy="0"/>
        </a:xfrm>
      </p:grpSpPr>
      <p:cxnSp>
        <p:nvCxnSpPr>
          <p:cNvPr id="110" name="Google Shape;110;p23"/>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11" name="Google Shape;111;p23"/>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12" name="Google Shape;112;p23"/>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cxnSp>
        <p:nvCxnSpPr>
          <p:cNvPr id="113" name="Google Shape;113;p23"/>
          <p:cNvCxnSpPr/>
          <p:nvPr/>
        </p:nvCxnSpPr>
        <p:spPr>
          <a:xfrm>
            <a:off x="449612" y="900000"/>
            <a:ext cx="9003600" cy="0"/>
          </a:xfrm>
          <a:prstGeom prst="straightConnector1">
            <a:avLst/>
          </a:prstGeom>
          <a:noFill/>
          <a:ln cap="flat" cmpd="sng" w="15875">
            <a:solidFill>
              <a:srgbClr val="0924A5"/>
            </a:solidFill>
            <a:prstDash val="solid"/>
            <a:miter lim="800000"/>
            <a:headEnd len="sm" w="sm" type="none"/>
            <a:tailEnd len="sm" w="sm" type="none"/>
          </a:ln>
        </p:spPr>
      </p:cxnSp>
      <p:sp>
        <p:nvSpPr>
          <p:cNvPr id="114" name="Google Shape;114;p23"/>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1. </a:t>
            </a:r>
            <a:r>
              <a:rPr b="1" lang="en-US" sz="900">
                <a:solidFill>
                  <a:srgbClr val="7F7F7F"/>
                </a:solidFill>
                <a:latin typeface="Arial"/>
                <a:ea typeface="Arial"/>
                <a:cs typeface="Arial"/>
                <a:sym typeface="Arial"/>
              </a:rPr>
              <a:t>Python</a:t>
            </a:r>
            <a:r>
              <a:rPr b="1" lang="en-US" sz="900">
                <a:solidFill>
                  <a:srgbClr val="7F7F7F"/>
                </a:solidFill>
                <a:latin typeface="Arial"/>
                <a:ea typeface="Arial"/>
                <a:cs typeface="Arial"/>
                <a:sym typeface="Arial"/>
              </a:rPr>
              <a:t> Basics</a:t>
            </a:r>
            <a:endParaRPr b="1" sz="900">
              <a:solidFill>
                <a:srgbClr val="7F7F7F"/>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st">
  <p:cSld name="last">
    <p:spTree>
      <p:nvGrpSpPr>
        <p:cNvPr id="115" name="Shape 115"/>
        <p:cNvGrpSpPr/>
        <p:nvPr/>
      </p:nvGrpSpPr>
      <p:grpSpPr>
        <a:xfrm>
          <a:off x="0" y="0"/>
          <a:ext cx="0" cy="0"/>
          <a:chOff x="0" y="0"/>
          <a:chExt cx="0" cy="0"/>
        </a:xfrm>
      </p:grpSpPr>
      <p:pic>
        <p:nvPicPr>
          <p:cNvPr id="116" name="Google Shape;116;p24"/>
          <p:cNvPicPr preferRelativeResize="0"/>
          <p:nvPr/>
        </p:nvPicPr>
        <p:blipFill rotWithShape="1">
          <a:blip r:embed="rId2">
            <a:alphaModFix/>
          </a:blip>
          <a:srcRect b="0" l="0" r="0" t="0"/>
          <a:stretch/>
        </p:blipFill>
        <p:spPr>
          <a:xfrm>
            <a:off x="1" y="4395"/>
            <a:ext cx="9902825" cy="6853605"/>
          </a:xfrm>
          <a:prstGeom prst="rect">
            <a:avLst/>
          </a:prstGeom>
          <a:noFill/>
          <a:ln>
            <a:noFill/>
          </a:ln>
        </p:spPr>
      </p:pic>
      <p:sp>
        <p:nvSpPr>
          <p:cNvPr id="117" name="Google Shape;117;p24"/>
          <p:cNvSpPr/>
          <p:nvPr/>
        </p:nvSpPr>
        <p:spPr>
          <a:xfrm>
            <a:off x="1" y="0"/>
            <a:ext cx="9902825" cy="6858000"/>
          </a:xfrm>
          <a:prstGeom prst="rect">
            <a:avLst/>
          </a:prstGeom>
          <a:solidFill>
            <a:srgbClr val="1428A0">
              <a:alpha val="8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60">
              <a:solidFill>
                <a:schemeClr val="lt1"/>
              </a:solidFill>
              <a:latin typeface="Gulim"/>
              <a:ea typeface="Gulim"/>
              <a:cs typeface="Gulim"/>
              <a:sym typeface="Gulim"/>
            </a:endParaRPr>
          </a:p>
        </p:txBody>
      </p:sp>
      <p:sp>
        <p:nvSpPr>
          <p:cNvPr id="118" name="Google Shape;118;p24"/>
          <p:cNvSpPr/>
          <p:nvPr/>
        </p:nvSpPr>
        <p:spPr>
          <a:xfrm>
            <a:off x="449612" y="5677031"/>
            <a:ext cx="9003600" cy="73096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ⓒ2023 SAMSUNG. All rights reserved.</a:t>
            </a:r>
            <a:endParaRPr/>
          </a:p>
          <a:p>
            <a:pPr indent="0" lvl="0" marL="0" marR="0" rtl="0" algn="l">
              <a:lnSpc>
                <a:spcPct val="100000"/>
              </a:lnSpc>
              <a:spcBef>
                <a:spcPts val="60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Samsung Electronics Corporate Citizenship Office holds the copyright of book.</a:t>
            </a:r>
            <a:endParaRPr/>
          </a:p>
          <a:p>
            <a:pPr indent="0" lvl="0" marL="0" marR="0" rtl="0" algn="l">
              <a:lnSpc>
                <a:spcPct val="100000"/>
              </a:lnSpc>
              <a:spcBef>
                <a:spcPts val="30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This book is a literary property protected by copyright law so reprint and reproduction without permission are prohibited. </a:t>
            </a:r>
            <a:endParaRPr/>
          </a:p>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To use this book other than the curriculum of Samsung Innovation Campus or to use the entire or part of this book, you must receive written consent from copyright holder.</a:t>
            </a:r>
            <a:endParaRPr/>
          </a:p>
        </p:txBody>
      </p:sp>
      <p:pic>
        <p:nvPicPr>
          <p:cNvPr id="119" name="Google Shape;119;p24"/>
          <p:cNvPicPr preferRelativeResize="0"/>
          <p:nvPr/>
        </p:nvPicPr>
        <p:blipFill rotWithShape="1">
          <a:blip r:embed="rId3">
            <a:alphaModFix/>
          </a:blip>
          <a:srcRect b="0" l="0" r="0" t="0"/>
          <a:stretch/>
        </p:blipFill>
        <p:spPr>
          <a:xfrm>
            <a:off x="3713012" y="3022951"/>
            <a:ext cx="2476800" cy="812098"/>
          </a:xfrm>
          <a:prstGeom prst="rect">
            <a:avLst/>
          </a:prstGeom>
          <a:noFill/>
          <a:ln>
            <a:noFill/>
          </a:ln>
        </p:spPr>
      </p:pic>
      <p:sp>
        <p:nvSpPr>
          <p:cNvPr id="120" name="Google Shape;120;p24"/>
          <p:cNvSpPr/>
          <p:nvPr/>
        </p:nvSpPr>
        <p:spPr>
          <a:xfrm>
            <a:off x="449612" y="450000"/>
            <a:ext cx="1290982" cy="198000"/>
          </a:xfrm>
          <a:custGeom>
            <a:rect b="b" l="l" r="r" t="t"/>
            <a:pathLst>
              <a:path extrusionOk="0" h="334" w="2179">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960"/>
              <a:buFont typeface="Gulim"/>
              <a:buNone/>
            </a:pPr>
            <a:r>
              <a:t/>
            </a:r>
            <a:endParaRPr sz="1960">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ody">
  <p:cSld name="1_Body">
    <p:bg>
      <p:bgPr>
        <a:solidFill>
          <a:srgbClr val="F2F2F2"/>
        </a:solidFill>
      </p:bgPr>
    </p:bg>
    <p:spTree>
      <p:nvGrpSpPr>
        <p:cNvPr id="121" name="Shape 121"/>
        <p:cNvGrpSpPr/>
        <p:nvPr/>
      </p:nvGrpSpPr>
      <p:grpSpPr>
        <a:xfrm>
          <a:off x="0" y="0"/>
          <a:ext cx="0" cy="0"/>
          <a:chOff x="0" y="0"/>
          <a:chExt cx="0" cy="0"/>
        </a:xfrm>
      </p:grpSpPr>
      <p:pic>
        <p:nvPicPr>
          <p:cNvPr id="122" name="Google Shape;122;p25"/>
          <p:cNvPicPr preferRelativeResize="0"/>
          <p:nvPr/>
        </p:nvPicPr>
        <p:blipFill rotWithShape="1">
          <a:blip r:embed="rId2">
            <a:alphaModFix/>
          </a:blip>
          <a:srcRect b="0" l="0" r="0" t="0"/>
          <a:stretch/>
        </p:blipFill>
        <p:spPr>
          <a:xfrm>
            <a:off x="0" y="0"/>
            <a:ext cx="9906000" cy="6858000"/>
          </a:xfrm>
          <a:prstGeom prst="rect">
            <a:avLst/>
          </a:prstGeom>
          <a:noFill/>
          <a:ln>
            <a:noFill/>
          </a:ln>
        </p:spPr>
      </p:pic>
      <p:sp>
        <p:nvSpPr>
          <p:cNvPr id="123" name="Google Shape;123;p25"/>
          <p:cNvSpPr/>
          <p:nvPr/>
        </p:nvSpPr>
        <p:spPr>
          <a:xfrm>
            <a:off x="449612" y="450000"/>
            <a:ext cx="1282433" cy="198000"/>
          </a:xfrm>
          <a:custGeom>
            <a:rect b="b" l="l" r="r" t="t"/>
            <a:pathLst>
              <a:path extrusionOk="0" h="334" w="2179">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960"/>
              <a:buFont typeface="Gulim"/>
              <a:buNone/>
            </a:pPr>
            <a:r>
              <a:t/>
            </a:r>
            <a:endParaRPr sz="1960">
              <a:solidFill>
                <a:schemeClr val="dk1"/>
              </a:solidFill>
              <a:latin typeface="Arial"/>
              <a:ea typeface="Arial"/>
              <a:cs typeface="Arial"/>
              <a:sym typeface="Arial"/>
            </a:endParaRPr>
          </a:p>
        </p:txBody>
      </p:sp>
      <p:pic>
        <p:nvPicPr>
          <p:cNvPr id="124" name="Google Shape;124;p25"/>
          <p:cNvPicPr preferRelativeResize="0"/>
          <p:nvPr/>
        </p:nvPicPr>
        <p:blipFill rotWithShape="1">
          <a:blip r:embed="rId3">
            <a:alphaModFix/>
          </a:blip>
          <a:srcRect b="0" l="0" r="0" t="0"/>
          <a:stretch/>
        </p:blipFill>
        <p:spPr>
          <a:xfrm>
            <a:off x="4266998" y="6141164"/>
            <a:ext cx="1372004" cy="450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able of Contents2">
  <p:cSld name="3_Table of Contents2">
    <p:spTree>
      <p:nvGrpSpPr>
        <p:cNvPr id="125" name="Shape 125"/>
        <p:cNvGrpSpPr/>
        <p:nvPr/>
      </p:nvGrpSpPr>
      <p:grpSpPr>
        <a:xfrm>
          <a:off x="0" y="0"/>
          <a:ext cx="0" cy="0"/>
          <a:chOff x="0" y="0"/>
          <a:chExt cx="0" cy="0"/>
        </a:xfrm>
      </p:grpSpPr>
      <p:pic>
        <p:nvPicPr>
          <p:cNvPr id="126" name="Google Shape;126;p26"/>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127" name="Google Shape;127;p26"/>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28" name="Google Shape;128;p26"/>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29" name="Google Shape;129;p26"/>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able of Contents">
  <p:cSld name="5_Table of Contents">
    <p:spTree>
      <p:nvGrpSpPr>
        <p:cNvPr id="130" name="Shape 130"/>
        <p:cNvGrpSpPr/>
        <p:nvPr/>
      </p:nvGrpSpPr>
      <p:grpSpPr>
        <a:xfrm>
          <a:off x="0" y="0"/>
          <a:ext cx="0" cy="0"/>
          <a:chOff x="0" y="0"/>
          <a:chExt cx="0" cy="0"/>
        </a:xfrm>
      </p:grpSpPr>
      <p:pic>
        <p:nvPicPr>
          <p:cNvPr id="131" name="Google Shape;131;p27"/>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132" name="Google Shape;132;p27"/>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33" name="Google Shape;133;p27"/>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34" name="Google Shape;134;p27"/>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135" name="Google Shape;135;p27"/>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1. </a:t>
            </a:r>
            <a:r>
              <a:rPr b="1" lang="en-US" sz="900">
                <a:solidFill>
                  <a:srgbClr val="7F7F7F"/>
                </a:solidFill>
                <a:latin typeface="Arial"/>
                <a:ea typeface="Arial"/>
                <a:cs typeface="Arial"/>
                <a:sym typeface="Arial"/>
              </a:rPr>
              <a:t>Python</a:t>
            </a:r>
            <a:r>
              <a:rPr b="1" lang="en-US" sz="900">
                <a:solidFill>
                  <a:srgbClr val="7F7F7F"/>
                </a:solidFill>
                <a:latin typeface="Arial"/>
                <a:ea typeface="Arial"/>
                <a:cs typeface="Arial"/>
                <a:sym typeface="Arial"/>
              </a:rPr>
              <a:t> Basics</a:t>
            </a:r>
            <a:endParaRPr b="1" sz="900">
              <a:solidFill>
                <a:srgbClr val="7F7F7F"/>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able of Contents">
  <p:cSld name="6_Table of Contents">
    <p:spTree>
      <p:nvGrpSpPr>
        <p:cNvPr id="136" name="Shape 136"/>
        <p:cNvGrpSpPr/>
        <p:nvPr/>
      </p:nvGrpSpPr>
      <p:grpSpPr>
        <a:xfrm>
          <a:off x="0" y="0"/>
          <a:ext cx="0" cy="0"/>
          <a:chOff x="0" y="0"/>
          <a:chExt cx="0" cy="0"/>
        </a:xfrm>
      </p:grpSpPr>
      <p:pic>
        <p:nvPicPr>
          <p:cNvPr id="137" name="Google Shape;137;p28"/>
          <p:cNvPicPr preferRelativeResize="0"/>
          <p:nvPr/>
        </p:nvPicPr>
        <p:blipFill rotWithShape="1">
          <a:blip r:embed="rId2">
            <a:alphaModFix/>
          </a:blip>
          <a:srcRect b="0" l="0" r="0" t="0"/>
          <a:stretch/>
        </p:blipFill>
        <p:spPr>
          <a:xfrm>
            <a:off x="0" y="0"/>
            <a:ext cx="9906000" cy="6858000"/>
          </a:xfrm>
          <a:prstGeom prst="rect">
            <a:avLst/>
          </a:prstGeom>
          <a:noFill/>
          <a:ln>
            <a:noFill/>
          </a:ln>
        </p:spPr>
      </p:pic>
      <p:cxnSp>
        <p:nvCxnSpPr>
          <p:cNvPr id="138" name="Google Shape;138;p28"/>
          <p:cNvCxnSpPr/>
          <p:nvPr/>
        </p:nvCxnSpPr>
        <p:spPr>
          <a:xfrm>
            <a:off x="449612" y="6424935"/>
            <a:ext cx="9003600" cy="0"/>
          </a:xfrm>
          <a:prstGeom prst="straightConnector1">
            <a:avLst/>
          </a:prstGeom>
          <a:noFill/>
          <a:ln cap="flat" cmpd="sng" w="9525">
            <a:solidFill>
              <a:srgbClr val="BFBFBF"/>
            </a:solidFill>
            <a:prstDash val="solid"/>
            <a:miter lim="800000"/>
            <a:headEnd len="sm" w="sm" type="none"/>
            <a:tailEnd len="sm" w="sm" type="none"/>
          </a:ln>
        </p:spPr>
      </p:cxnSp>
      <p:sp>
        <p:nvSpPr>
          <p:cNvPr id="139" name="Google Shape;139;p28"/>
          <p:cNvSpPr txBox="1"/>
          <p:nvPr/>
        </p:nvSpPr>
        <p:spPr>
          <a:xfrm>
            <a:off x="8839176" y="6498000"/>
            <a:ext cx="614036" cy="138499"/>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140" name="Google Shape;140;p28"/>
          <p:cNvSpPr/>
          <p:nvPr/>
        </p:nvSpPr>
        <p:spPr>
          <a:xfrm>
            <a:off x="449612" y="6498000"/>
            <a:ext cx="288971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100">
                <a:solidFill>
                  <a:srgbClr val="7F7F7F"/>
                </a:solidFill>
                <a:latin typeface="Arial"/>
                <a:ea typeface="Arial"/>
                <a:cs typeface="Arial"/>
                <a:sym typeface="Arial"/>
              </a:rPr>
              <a:t>Samsung Innovation Campus</a:t>
            </a:r>
            <a:endParaRPr/>
          </a:p>
        </p:txBody>
      </p:sp>
      <p:sp>
        <p:nvSpPr>
          <p:cNvPr id="141" name="Google Shape;141;p28"/>
          <p:cNvSpPr txBox="1"/>
          <p:nvPr/>
        </p:nvSpPr>
        <p:spPr>
          <a:xfrm>
            <a:off x="6849053" y="6501847"/>
            <a:ext cx="2350254" cy="130805"/>
          </a:xfrm>
          <a:prstGeom prst="rect">
            <a:avLst/>
          </a:prstGeom>
          <a:noFill/>
          <a:ln>
            <a:noFill/>
          </a:ln>
        </p:spPr>
        <p:txBody>
          <a:bodyPr anchorCtr="0" anchor="ctr" bIns="0" lIns="0" spcFirstLastPara="1" rIns="0" wrap="square" tIns="0">
            <a:spAutoFit/>
          </a:bodyPr>
          <a:lstStyle/>
          <a:p>
            <a:pPr indent="0" lvl="0" marL="0" marR="0" rtl="0" algn="r">
              <a:lnSpc>
                <a:spcPct val="111111"/>
              </a:lnSpc>
              <a:spcBef>
                <a:spcPts val="0"/>
              </a:spcBef>
              <a:spcAft>
                <a:spcPts val="0"/>
              </a:spcAft>
              <a:buNone/>
            </a:pPr>
            <a:r>
              <a:rPr lang="en-US" sz="900">
                <a:solidFill>
                  <a:srgbClr val="7F7F7F"/>
                </a:solidFill>
                <a:latin typeface="Arial"/>
                <a:ea typeface="Arial"/>
                <a:cs typeface="Arial"/>
                <a:sym typeface="Arial"/>
              </a:rPr>
              <a:t>Chapter 1. </a:t>
            </a:r>
            <a:r>
              <a:rPr b="1" lang="en-US" sz="900">
                <a:solidFill>
                  <a:srgbClr val="7F7F7F"/>
                </a:solidFill>
                <a:latin typeface="Arial"/>
                <a:ea typeface="Arial"/>
                <a:cs typeface="Arial"/>
                <a:sym typeface="Arial"/>
              </a:rPr>
              <a:t>Python</a:t>
            </a:r>
            <a:r>
              <a:rPr b="1" lang="en-US" sz="900">
                <a:solidFill>
                  <a:srgbClr val="7F7F7F"/>
                </a:solidFill>
                <a:latin typeface="Arial"/>
                <a:ea typeface="Arial"/>
                <a:cs typeface="Arial"/>
                <a:sym typeface="Arial"/>
              </a:rPr>
              <a:t> Basics</a:t>
            </a:r>
            <a:endParaRPr b="1" sz="900">
              <a:solidFill>
                <a:srgbClr val="7F7F7F"/>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grpSp>
        <p:nvGrpSpPr>
          <p:cNvPr id="147" name="Google Shape;147;p1"/>
          <p:cNvGrpSpPr/>
          <p:nvPr/>
        </p:nvGrpSpPr>
        <p:grpSpPr>
          <a:xfrm>
            <a:off x="720000" y="2415408"/>
            <a:ext cx="4528275" cy="1572448"/>
            <a:chOff x="720000" y="2415408"/>
            <a:chExt cx="4528275" cy="1572448"/>
          </a:xfrm>
        </p:grpSpPr>
        <p:sp>
          <p:nvSpPr>
            <p:cNvPr id="148" name="Google Shape;148;p1"/>
            <p:cNvSpPr/>
            <p:nvPr/>
          </p:nvSpPr>
          <p:spPr>
            <a:xfrm>
              <a:off x="720001" y="2415408"/>
              <a:ext cx="4528274" cy="8309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5400" u="none" cap="none" strike="noStrike">
                  <a:solidFill>
                    <a:schemeClr val="dk1"/>
                  </a:solidFill>
                  <a:latin typeface="Arial"/>
                  <a:ea typeface="Arial"/>
                  <a:cs typeface="Arial"/>
                  <a:sym typeface="Arial"/>
                </a:rPr>
                <a:t>Chapter Quiz</a:t>
              </a:r>
              <a:endParaRPr/>
            </a:p>
          </p:txBody>
        </p:sp>
        <p:sp>
          <p:nvSpPr>
            <p:cNvPr id="149" name="Google Shape;149;p1"/>
            <p:cNvSpPr/>
            <p:nvPr/>
          </p:nvSpPr>
          <p:spPr>
            <a:xfrm>
              <a:off x="990000" y="3618524"/>
              <a:ext cx="3953475"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428A0"/>
                  </a:solidFill>
                  <a:latin typeface="Arial"/>
                  <a:ea typeface="Arial"/>
                  <a:cs typeface="Arial"/>
                  <a:sym typeface="Arial"/>
                </a:rPr>
                <a:t>Coding and Programming</a:t>
              </a:r>
              <a:endParaRPr b="0" i="0" sz="2400" u="none" cap="none" strike="noStrike">
                <a:solidFill>
                  <a:srgbClr val="1428A0"/>
                </a:solidFill>
                <a:latin typeface="Arial"/>
                <a:ea typeface="Arial"/>
                <a:cs typeface="Arial"/>
                <a:sym typeface="Arial"/>
              </a:endParaRPr>
            </a:p>
          </p:txBody>
        </p:sp>
        <p:sp>
          <p:nvSpPr>
            <p:cNvPr id="150" name="Google Shape;150;p1"/>
            <p:cNvSpPr/>
            <p:nvPr/>
          </p:nvSpPr>
          <p:spPr>
            <a:xfrm>
              <a:off x="720000" y="3636262"/>
              <a:ext cx="60008" cy="323165"/>
            </a:xfrm>
            <a:prstGeom prst="rect">
              <a:avLst/>
            </a:prstGeom>
            <a:solidFill>
              <a:srgbClr val="1428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grpSp>
        <p:nvGrpSpPr>
          <p:cNvPr id="156" name="Google Shape;156;p2"/>
          <p:cNvGrpSpPr/>
          <p:nvPr/>
        </p:nvGrpSpPr>
        <p:grpSpPr>
          <a:xfrm>
            <a:off x="719999" y="2494446"/>
            <a:ext cx="5186279" cy="1497008"/>
            <a:chOff x="719999" y="2494446"/>
            <a:chExt cx="5186279" cy="1497008"/>
          </a:xfrm>
        </p:grpSpPr>
        <p:sp>
          <p:nvSpPr>
            <p:cNvPr id="157" name="Google Shape;157;p2"/>
            <p:cNvSpPr/>
            <p:nvPr/>
          </p:nvSpPr>
          <p:spPr>
            <a:xfrm>
              <a:off x="990000" y="2494446"/>
              <a:ext cx="4916278" cy="6771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4400" u="none" cap="none" strike="noStrike">
                  <a:solidFill>
                    <a:schemeClr val="dk1"/>
                  </a:solidFill>
                  <a:latin typeface="Arial"/>
                  <a:ea typeface="Arial"/>
                  <a:cs typeface="Arial"/>
                  <a:sym typeface="Arial"/>
                </a:rPr>
                <a:t>Quiz</a:t>
              </a:r>
              <a:endParaRPr/>
            </a:p>
          </p:txBody>
        </p:sp>
        <p:sp>
          <p:nvSpPr>
            <p:cNvPr id="158" name="Google Shape;158;p2"/>
            <p:cNvSpPr/>
            <p:nvPr/>
          </p:nvSpPr>
          <p:spPr>
            <a:xfrm>
              <a:off x="990001" y="3622122"/>
              <a:ext cx="1538888" cy="36933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1428A0"/>
                  </a:solidFill>
                  <a:latin typeface="Arial"/>
                  <a:ea typeface="Arial"/>
                  <a:cs typeface="Arial"/>
                  <a:sym typeface="Arial"/>
                </a:rPr>
                <a:t>Chapter 1</a:t>
              </a:r>
              <a:endParaRPr/>
            </a:p>
          </p:txBody>
        </p:sp>
        <p:sp>
          <p:nvSpPr>
            <p:cNvPr id="159" name="Google Shape;159;p2"/>
            <p:cNvSpPr/>
            <p:nvPr/>
          </p:nvSpPr>
          <p:spPr>
            <a:xfrm>
              <a:off x="720000" y="3639860"/>
              <a:ext cx="60008" cy="323165"/>
            </a:xfrm>
            <a:prstGeom prst="rect">
              <a:avLst/>
            </a:prstGeom>
            <a:solidFill>
              <a:srgbClr val="1428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60" name="Google Shape;160;p2"/>
            <p:cNvSpPr/>
            <p:nvPr/>
          </p:nvSpPr>
          <p:spPr>
            <a:xfrm>
              <a:off x="719999" y="2494446"/>
              <a:ext cx="60008" cy="980695"/>
            </a:xfrm>
            <a:prstGeom prst="rect">
              <a:avLst/>
            </a:prstGeom>
            <a:solidFill>
              <a:srgbClr val="1428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grpSp>
      <p:sp>
        <p:nvSpPr>
          <p:cNvPr id="161" name="Google Shape;161;p2"/>
          <p:cNvSpPr/>
          <p:nvPr/>
        </p:nvSpPr>
        <p:spPr>
          <a:xfrm>
            <a:off x="719999" y="5382604"/>
            <a:ext cx="7083832" cy="586892"/>
          </a:xfrm>
          <a:prstGeom prst="rect">
            <a:avLst/>
          </a:prstGeom>
          <a:noFill/>
          <a:ln>
            <a:noFill/>
          </a:ln>
        </p:spPr>
        <p:txBody>
          <a:bodyPr anchorCtr="0" anchor="t" bIns="0" lIns="0" spcFirstLastPara="1" rIns="0" wrap="square" tIns="0">
            <a:spAutoFit/>
          </a:bodyPr>
          <a:lstStyle/>
          <a:p>
            <a:pPr indent="0" lvl="0" marL="0" marR="0" rtl="0" algn="l">
              <a:lnSpc>
                <a:spcPct val="107000"/>
              </a:lnSpc>
              <a:spcBef>
                <a:spcPts val="0"/>
              </a:spcBef>
              <a:spcAft>
                <a:spcPts val="0"/>
              </a:spcAft>
              <a:buNone/>
            </a:pPr>
            <a:r>
              <a:rPr b="0" i="0" lang="en-US" sz="900" u="none" cap="none" strike="noStrike">
                <a:solidFill>
                  <a:schemeClr val="dk1"/>
                </a:solidFill>
                <a:latin typeface="Arial"/>
                <a:ea typeface="Arial"/>
                <a:cs typeface="Arial"/>
                <a:sym typeface="Arial"/>
              </a:rPr>
              <a:t>ⓒ2023 SAMSUNG. All rights reserved.</a:t>
            </a:r>
            <a:endParaRPr b="0" i="0" sz="900" u="none" cap="none" strike="noStrike">
              <a:solidFill>
                <a:schemeClr val="dk1"/>
              </a:solidFill>
              <a:latin typeface="Arial"/>
              <a:ea typeface="Arial"/>
              <a:cs typeface="Arial"/>
              <a:sym typeface="Arial"/>
            </a:endParaRPr>
          </a:p>
          <a:p>
            <a:pPr indent="0" lvl="0" marL="0" marR="0" rtl="0" algn="l">
              <a:lnSpc>
                <a:spcPct val="107000"/>
              </a:lnSpc>
              <a:spcBef>
                <a:spcPts val="0"/>
              </a:spcBef>
              <a:spcAft>
                <a:spcPts val="0"/>
              </a:spcAft>
              <a:buNone/>
            </a:pPr>
            <a:r>
              <a:rPr b="0" i="0" lang="en-US" sz="900" u="none" cap="none" strike="noStrike">
                <a:solidFill>
                  <a:schemeClr val="dk1"/>
                </a:solidFill>
                <a:latin typeface="Arial"/>
                <a:ea typeface="Arial"/>
                <a:cs typeface="Arial"/>
                <a:sym typeface="Arial"/>
              </a:rPr>
              <a:t>Samsung Electronics Corporate Citizenship Office holds the copyright of this document.</a:t>
            </a:r>
            <a:endParaRPr b="0" i="0" sz="900" u="none" cap="none" strike="noStrike">
              <a:solidFill>
                <a:schemeClr val="dk1"/>
              </a:solidFill>
              <a:latin typeface="Arial"/>
              <a:ea typeface="Arial"/>
              <a:cs typeface="Arial"/>
              <a:sym typeface="Arial"/>
            </a:endParaRPr>
          </a:p>
          <a:p>
            <a:pPr indent="0" lvl="0" marL="0" marR="0" rtl="0" algn="l">
              <a:lnSpc>
                <a:spcPct val="107000"/>
              </a:lnSpc>
              <a:spcBef>
                <a:spcPts val="0"/>
              </a:spcBef>
              <a:spcAft>
                <a:spcPts val="0"/>
              </a:spcAft>
              <a:buNone/>
            </a:pPr>
            <a:r>
              <a:rPr b="0" i="0" lang="en-US" sz="900" u="none" cap="none" strike="noStrike">
                <a:solidFill>
                  <a:schemeClr val="dk1"/>
                </a:solidFill>
                <a:latin typeface="Arial"/>
                <a:ea typeface="Arial"/>
                <a:cs typeface="Arial"/>
                <a:sym typeface="Arial"/>
              </a:rPr>
              <a:t>This document is a literary property protected by copyright law so reprint and reproduction without permission are prohibited. </a:t>
            </a:r>
            <a:endParaRPr b="0" i="0" sz="900" u="none" cap="none" strike="noStrike">
              <a:solidFill>
                <a:schemeClr val="dk1"/>
              </a:solidFill>
              <a:latin typeface="Arial"/>
              <a:ea typeface="Arial"/>
              <a:cs typeface="Arial"/>
              <a:sym typeface="Arial"/>
            </a:endParaRPr>
          </a:p>
          <a:p>
            <a:pPr indent="0" lvl="0" marL="0" marR="0" rtl="0" algn="l">
              <a:lnSpc>
                <a:spcPct val="107000"/>
              </a:lnSpc>
              <a:spcBef>
                <a:spcPts val="0"/>
              </a:spcBef>
              <a:spcAft>
                <a:spcPts val="0"/>
              </a:spcAft>
              <a:buNone/>
            </a:pPr>
            <a:r>
              <a:rPr b="0" i="0" lang="en-US" sz="900" u="none" cap="none" strike="noStrike">
                <a:solidFill>
                  <a:schemeClr val="dk1"/>
                </a:solidFill>
                <a:latin typeface="Arial"/>
                <a:ea typeface="Arial"/>
                <a:cs typeface="Arial"/>
                <a:sym typeface="Arial"/>
              </a:rPr>
              <a:t>To use this document other than the curriculum of Samsung innovation Campus, you must receive written consent from copyright holder.</a:t>
            </a:r>
            <a:endParaRPr b="0" i="0" sz="900" u="none" cap="none" strike="noStrike">
              <a:solidFill>
                <a:schemeClr val="dk1"/>
              </a:solidFill>
              <a:latin typeface="Arial"/>
              <a:ea typeface="Arial"/>
              <a:cs typeface="Arial"/>
              <a:sym typeface="Arial"/>
            </a:endParaRPr>
          </a:p>
        </p:txBody>
      </p:sp>
      <p:sp>
        <p:nvSpPr>
          <p:cNvPr id="162" name="Google Shape;162;p2"/>
          <p:cNvSpPr/>
          <p:nvPr/>
        </p:nvSpPr>
        <p:spPr>
          <a:xfrm>
            <a:off x="2948875" y="3648183"/>
            <a:ext cx="1707964" cy="305232"/>
          </a:xfrm>
          <a:prstGeom prst="roundRect">
            <a:avLst>
              <a:gd fmla="val 16667" name="adj"/>
            </a:avLst>
          </a:prstGeom>
          <a:solidFill>
            <a:srgbClr val="A6A6A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600" u="none" cap="none" strike="noStrike">
                <a:solidFill>
                  <a:schemeClr val="lt1"/>
                </a:solidFill>
                <a:latin typeface="Arial"/>
                <a:ea typeface="Arial"/>
                <a:cs typeface="Arial"/>
                <a:sym typeface="Arial"/>
              </a:rPr>
              <a:t>For Student</a:t>
            </a:r>
            <a:endParaRPr b="0" i="0" sz="16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00" u="none" cap="none" strike="noStrike">
                <a:solidFill>
                  <a:srgbClr val="0C0C0C"/>
                </a:solidFill>
                <a:latin typeface="Arial"/>
                <a:ea typeface="Arial"/>
                <a:cs typeface="Arial"/>
                <a:sym typeface="Arial"/>
              </a:rPr>
              <a:t>Q. 01-01</a:t>
            </a:r>
            <a:endParaRPr sz="2800">
              <a:solidFill>
                <a:srgbClr val="0C0C0C"/>
              </a:solidFill>
              <a:latin typeface="Arial"/>
              <a:ea typeface="Arial"/>
              <a:cs typeface="Arial"/>
              <a:sym typeface="Arial"/>
            </a:endParaRPr>
          </a:p>
        </p:txBody>
      </p:sp>
      <p:sp>
        <p:nvSpPr>
          <p:cNvPr id="169" name="Google Shape;169;p3"/>
          <p:cNvSpPr/>
          <p:nvPr/>
        </p:nvSpPr>
        <p:spPr>
          <a:xfrm>
            <a:off x="6604000" y="324553"/>
            <a:ext cx="2849323"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1</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Sequential Programming</a:t>
            </a:r>
            <a:endParaRPr/>
          </a:p>
        </p:txBody>
      </p:sp>
      <p:sp>
        <p:nvSpPr>
          <p:cNvPr id="170" name="Google Shape;170;p3"/>
          <p:cNvSpPr/>
          <p:nvPr/>
        </p:nvSpPr>
        <p:spPr>
          <a:xfrm>
            <a:off x="463014" y="1796542"/>
            <a:ext cx="8924982" cy="685401"/>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The code that prints the sum of the values from 1 to 3 using the print() function is print(1+2+3). With reference to this code, print the sum of the values from 1 to 5 as follows.</a:t>
            </a:r>
            <a:endParaRPr/>
          </a:p>
        </p:txBody>
      </p:sp>
      <p:grpSp>
        <p:nvGrpSpPr>
          <p:cNvPr id="171" name="Google Shape;171;p3"/>
          <p:cNvGrpSpPr/>
          <p:nvPr/>
        </p:nvGrpSpPr>
        <p:grpSpPr>
          <a:xfrm>
            <a:off x="476028" y="2615184"/>
            <a:ext cx="8911968" cy="493776"/>
            <a:chOff x="476028" y="2615184"/>
            <a:chExt cx="8911968" cy="493776"/>
          </a:xfrm>
        </p:grpSpPr>
        <p:sp>
          <p:nvSpPr>
            <p:cNvPr id="172" name="Google Shape;172;p3"/>
            <p:cNvSpPr/>
            <p:nvPr/>
          </p:nvSpPr>
          <p:spPr>
            <a:xfrm>
              <a:off x="476028" y="2615184"/>
              <a:ext cx="8911968" cy="493776"/>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rgbClr val="0D0D0D"/>
                </a:solidFill>
                <a:latin typeface="Arial"/>
                <a:ea typeface="Arial"/>
                <a:cs typeface="Arial"/>
                <a:sym typeface="Arial"/>
              </a:endParaRPr>
            </a:p>
          </p:txBody>
        </p:sp>
        <p:pic>
          <p:nvPicPr>
            <p:cNvPr id="173" name="Google Shape;173;p3"/>
            <p:cNvPicPr preferRelativeResize="0"/>
            <p:nvPr/>
          </p:nvPicPr>
          <p:blipFill rotWithShape="1">
            <a:blip r:embed="rId3">
              <a:alphaModFix/>
            </a:blip>
            <a:srcRect b="0" l="0" r="76579" t="63148"/>
            <a:stretch/>
          </p:blipFill>
          <p:spPr>
            <a:xfrm>
              <a:off x="544046" y="2735053"/>
              <a:ext cx="2333156" cy="265265"/>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4"/>
          <p:cNvSpPr/>
          <p:nvPr/>
        </p:nvSpPr>
        <p:spPr>
          <a:xfrm>
            <a:off x="463014" y="1796542"/>
            <a:ext cx="8924982" cy="685401"/>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The figure below is a flowchart of a program that finds the sum of odd numbers among integers between 1 and 100 and prints the sum. Fill in the blanks in the second figure of the following flowchart.</a:t>
            </a:r>
            <a:endParaRPr/>
          </a:p>
        </p:txBody>
      </p:sp>
      <p:sp>
        <p:nvSpPr>
          <p:cNvPr id="179" name="Google Shape;179;p4"/>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02-01</a:t>
            </a:r>
            <a:endParaRPr sz="2800">
              <a:solidFill>
                <a:srgbClr val="0C0C0C"/>
              </a:solidFill>
              <a:latin typeface="Arial"/>
              <a:ea typeface="Arial"/>
              <a:cs typeface="Arial"/>
              <a:sym typeface="Arial"/>
            </a:endParaRPr>
          </a:p>
        </p:txBody>
      </p:sp>
      <p:sp>
        <p:nvSpPr>
          <p:cNvPr id="180" name="Google Shape;180;p4"/>
          <p:cNvSpPr/>
          <p:nvPr/>
        </p:nvSpPr>
        <p:spPr>
          <a:xfrm>
            <a:off x="6604000" y="324553"/>
            <a:ext cx="2849323"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2</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Planning for Programming</a:t>
            </a:r>
            <a:endParaRPr/>
          </a:p>
        </p:txBody>
      </p:sp>
      <p:grpSp>
        <p:nvGrpSpPr>
          <p:cNvPr id="181" name="Google Shape;181;p4"/>
          <p:cNvGrpSpPr/>
          <p:nvPr/>
        </p:nvGrpSpPr>
        <p:grpSpPr>
          <a:xfrm>
            <a:off x="476029" y="2612394"/>
            <a:ext cx="8911967" cy="3405504"/>
            <a:chOff x="476029" y="2932434"/>
            <a:chExt cx="8911967" cy="3405504"/>
          </a:xfrm>
        </p:grpSpPr>
        <p:sp>
          <p:nvSpPr>
            <p:cNvPr id="182" name="Google Shape;182;p4"/>
            <p:cNvSpPr/>
            <p:nvPr/>
          </p:nvSpPr>
          <p:spPr>
            <a:xfrm>
              <a:off x="476029" y="2932434"/>
              <a:ext cx="8911967" cy="3405504"/>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chemeClr val="dk1"/>
                </a:solidFill>
                <a:latin typeface="Gulim"/>
                <a:ea typeface="Gulim"/>
                <a:cs typeface="Gulim"/>
                <a:sym typeface="Gulim"/>
              </a:endParaRPr>
            </a:p>
          </p:txBody>
        </p:sp>
        <p:grpSp>
          <p:nvGrpSpPr>
            <p:cNvPr id="183" name="Google Shape;183;p4"/>
            <p:cNvGrpSpPr/>
            <p:nvPr/>
          </p:nvGrpSpPr>
          <p:grpSpPr>
            <a:xfrm>
              <a:off x="4248672" y="2981646"/>
              <a:ext cx="1353665" cy="3307079"/>
              <a:chOff x="1105055" y="2368656"/>
              <a:chExt cx="1761649" cy="3806003"/>
            </a:xfrm>
          </p:grpSpPr>
          <p:pic>
            <p:nvPicPr>
              <p:cNvPr descr="순서도" id="184" name="Google Shape;184;p4"/>
              <p:cNvPicPr preferRelativeResize="0"/>
              <p:nvPr/>
            </p:nvPicPr>
            <p:blipFill rotWithShape="1">
              <a:blip r:embed="rId3">
                <a:alphaModFix/>
              </a:blip>
              <a:srcRect b="2024" l="0" r="0" t="0"/>
              <a:stretch/>
            </p:blipFill>
            <p:spPr>
              <a:xfrm>
                <a:off x="1105055" y="2368656"/>
                <a:ext cx="1761649" cy="3806003"/>
              </a:xfrm>
              <a:prstGeom prst="rect">
                <a:avLst/>
              </a:prstGeom>
              <a:noFill/>
              <a:ln>
                <a:noFill/>
              </a:ln>
            </p:spPr>
          </p:pic>
          <p:sp>
            <p:nvSpPr>
              <p:cNvPr id="185" name="Google Shape;185;p4"/>
              <p:cNvSpPr txBox="1"/>
              <p:nvPr/>
            </p:nvSpPr>
            <p:spPr>
              <a:xfrm>
                <a:off x="1836389" y="2515063"/>
                <a:ext cx="513522" cy="165201"/>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START</a:t>
                </a:r>
                <a:endParaRPr sz="1000">
                  <a:solidFill>
                    <a:schemeClr val="dk1"/>
                  </a:solidFill>
                  <a:latin typeface="Arial"/>
                  <a:ea typeface="Arial"/>
                  <a:cs typeface="Arial"/>
                  <a:sym typeface="Arial"/>
                </a:endParaRPr>
              </a:p>
            </p:txBody>
          </p:sp>
          <p:sp>
            <p:nvSpPr>
              <p:cNvPr id="186" name="Google Shape;186;p4"/>
              <p:cNvSpPr txBox="1"/>
              <p:nvPr/>
            </p:nvSpPr>
            <p:spPr>
              <a:xfrm>
                <a:off x="1844581" y="2901160"/>
                <a:ext cx="497138" cy="360873"/>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N ← </a:t>
                </a:r>
                <a:r>
                  <a:rPr lang="en-US" sz="1000" u="sng">
                    <a:solidFill>
                      <a:schemeClr val="dk1"/>
                    </a:solidFill>
                    <a:latin typeface="Arial"/>
                    <a:ea typeface="Arial"/>
                    <a:cs typeface="Arial"/>
                    <a:sym typeface="Arial"/>
                  </a:rPr>
                  <a:t>__</a:t>
                </a:r>
                <a:br>
                  <a:rPr lang="en-US" sz="1000">
                    <a:solidFill>
                      <a:schemeClr val="dk1"/>
                    </a:solidFill>
                    <a:latin typeface="Arial"/>
                    <a:ea typeface="Arial"/>
                    <a:cs typeface="Arial"/>
                    <a:sym typeface="Arial"/>
                  </a:rPr>
                </a:br>
                <a:r>
                  <a:rPr lang="en-US" sz="1000">
                    <a:solidFill>
                      <a:schemeClr val="dk1"/>
                    </a:solidFill>
                    <a:latin typeface="Arial"/>
                    <a:ea typeface="Arial"/>
                    <a:cs typeface="Arial"/>
                    <a:sym typeface="Arial"/>
                  </a:rPr>
                  <a:t>S ← </a:t>
                </a:r>
                <a:r>
                  <a:rPr lang="en-US" sz="1000" u="sng">
                    <a:solidFill>
                      <a:schemeClr val="dk1"/>
                    </a:solidFill>
                    <a:latin typeface="Arial"/>
                    <a:ea typeface="Arial"/>
                    <a:cs typeface="Arial"/>
                    <a:sym typeface="Arial"/>
                  </a:rPr>
                  <a:t>__</a:t>
                </a:r>
                <a:endParaRPr sz="1000" u="sng">
                  <a:solidFill>
                    <a:schemeClr val="dk1"/>
                  </a:solidFill>
                  <a:latin typeface="Arial"/>
                  <a:ea typeface="Arial"/>
                  <a:cs typeface="Arial"/>
                  <a:sym typeface="Arial"/>
                </a:endParaRPr>
              </a:p>
            </p:txBody>
          </p:sp>
          <p:sp>
            <p:nvSpPr>
              <p:cNvPr id="187" name="Google Shape;187;p4"/>
              <p:cNvSpPr txBox="1"/>
              <p:nvPr/>
            </p:nvSpPr>
            <p:spPr>
              <a:xfrm>
                <a:off x="1728557" y="3735631"/>
                <a:ext cx="729186" cy="200055"/>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N ← N + 2</a:t>
                </a:r>
                <a:endParaRPr sz="1000">
                  <a:solidFill>
                    <a:schemeClr val="dk1"/>
                  </a:solidFill>
                  <a:latin typeface="Arial"/>
                  <a:ea typeface="Arial"/>
                  <a:cs typeface="Arial"/>
                  <a:sym typeface="Arial"/>
                </a:endParaRPr>
              </a:p>
            </p:txBody>
          </p:sp>
          <p:sp>
            <p:nvSpPr>
              <p:cNvPr id="188" name="Google Shape;188;p4"/>
              <p:cNvSpPr txBox="1"/>
              <p:nvPr/>
            </p:nvSpPr>
            <p:spPr>
              <a:xfrm>
                <a:off x="1728557" y="4271359"/>
                <a:ext cx="729186" cy="200055"/>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S ← S + N</a:t>
                </a:r>
                <a:endParaRPr sz="1000">
                  <a:solidFill>
                    <a:schemeClr val="dk1"/>
                  </a:solidFill>
                  <a:latin typeface="Arial"/>
                  <a:ea typeface="Arial"/>
                  <a:cs typeface="Arial"/>
                  <a:sym typeface="Arial"/>
                </a:endParaRPr>
              </a:p>
            </p:txBody>
          </p:sp>
          <p:sp>
            <p:nvSpPr>
              <p:cNvPr id="189" name="Google Shape;189;p4"/>
              <p:cNvSpPr txBox="1"/>
              <p:nvPr/>
            </p:nvSpPr>
            <p:spPr>
              <a:xfrm>
                <a:off x="1836712" y="4798518"/>
                <a:ext cx="503366" cy="137276"/>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N : 100</a:t>
                </a:r>
                <a:endParaRPr sz="1000">
                  <a:solidFill>
                    <a:schemeClr val="dk1"/>
                  </a:solidFill>
                  <a:latin typeface="Arial"/>
                  <a:ea typeface="Arial"/>
                  <a:cs typeface="Arial"/>
                  <a:sym typeface="Arial"/>
                </a:endParaRPr>
              </a:p>
            </p:txBody>
          </p:sp>
          <p:sp>
            <p:nvSpPr>
              <p:cNvPr id="190" name="Google Shape;190;p4"/>
              <p:cNvSpPr txBox="1"/>
              <p:nvPr/>
            </p:nvSpPr>
            <p:spPr>
              <a:xfrm>
                <a:off x="2008776" y="5324544"/>
                <a:ext cx="183817" cy="171689"/>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S</a:t>
                </a:r>
                <a:endParaRPr sz="1000">
                  <a:solidFill>
                    <a:schemeClr val="dk1"/>
                  </a:solidFill>
                  <a:latin typeface="Arial"/>
                  <a:ea typeface="Arial"/>
                  <a:cs typeface="Arial"/>
                  <a:sym typeface="Arial"/>
                </a:endParaRPr>
              </a:p>
            </p:txBody>
          </p:sp>
          <p:sp>
            <p:nvSpPr>
              <p:cNvPr id="191" name="Google Shape;191;p4"/>
              <p:cNvSpPr txBox="1"/>
              <p:nvPr/>
            </p:nvSpPr>
            <p:spPr>
              <a:xfrm>
                <a:off x="1944866" y="5870235"/>
                <a:ext cx="296888" cy="156940"/>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END</a:t>
                </a:r>
                <a:endParaRPr sz="1000">
                  <a:solidFill>
                    <a:schemeClr val="dk1"/>
                  </a:solidFill>
                  <a:latin typeface="Arial"/>
                  <a:ea typeface="Arial"/>
                  <a:cs typeface="Arial"/>
                  <a:sym typeface="Arial"/>
                </a:endParaRPr>
              </a:p>
            </p:txBody>
          </p:sp>
          <p:sp>
            <p:nvSpPr>
              <p:cNvPr id="192" name="Google Shape;192;p4"/>
              <p:cNvSpPr txBox="1"/>
              <p:nvPr/>
            </p:nvSpPr>
            <p:spPr>
              <a:xfrm>
                <a:off x="1312184" y="4680200"/>
                <a:ext cx="182319" cy="186768"/>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&lt;</a:t>
                </a:r>
                <a:endParaRPr sz="1000">
                  <a:solidFill>
                    <a:schemeClr val="dk1"/>
                  </a:solidFill>
                  <a:latin typeface="Arial"/>
                  <a:ea typeface="Arial"/>
                  <a:cs typeface="Arial"/>
                  <a:sym typeface="Arial"/>
                </a:endParaRPr>
              </a:p>
            </p:txBody>
          </p:sp>
          <p:sp>
            <p:nvSpPr>
              <p:cNvPr id="193" name="Google Shape;193;p4"/>
              <p:cNvSpPr txBox="1"/>
              <p:nvPr/>
            </p:nvSpPr>
            <p:spPr>
              <a:xfrm>
                <a:off x="2241332" y="5083276"/>
                <a:ext cx="206900" cy="172065"/>
              </a:xfrm>
              <a:prstGeom prst="rect">
                <a:avLst/>
              </a:prstGeom>
              <a:solidFill>
                <a:schemeClr val="lt1"/>
              </a:solid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a:t>
                </a:r>
                <a:endParaRPr sz="1000">
                  <a:solidFill>
                    <a:schemeClr val="dk1"/>
                  </a:solidFill>
                  <a:latin typeface="Arial"/>
                  <a:ea typeface="Arial"/>
                  <a:cs typeface="Arial"/>
                  <a:sym typeface="Aria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5"/>
          <p:cNvSpPr/>
          <p:nvPr/>
        </p:nvSpPr>
        <p:spPr>
          <a:xfrm>
            <a:off x="6604000" y="324553"/>
            <a:ext cx="2849323"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2</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Planning for Programming</a:t>
            </a:r>
            <a:endParaRPr/>
          </a:p>
        </p:txBody>
      </p:sp>
      <p:sp>
        <p:nvSpPr>
          <p:cNvPr id="200" name="Google Shape;200;p5"/>
          <p:cNvSpPr/>
          <p:nvPr/>
        </p:nvSpPr>
        <p:spPr>
          <a:xfrm>
            <a:off x="463014" y="1796542"/>
            <a:ext cx="8924982" cy="685401"/>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We will write a program that receives a positive integer from the user and tells whether it is an odd or even number. Complete the appropriate pseudo code for the underlined part.</a:t>
            </a:r>
            <a:endParaRPr/>
          </a:p>
        </p:txBody>
      </p:sp>
      <p:sp>
        <p:nvSpPr>
          <p:cNvPr id="201" name="Google Shape;201;p5"/>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02-02</a:t>
            </a:r>
            <a:endParaRPr sz="2800">
              <a:solidFill>
                <a:srgbClr val="0C0C0C"/>
              </a:solidFill>
              <a:latin typeface="Arial"/>
              <a:ea typeface="Arial"/>
              <a:cs typeface="Arial"/>
              <a:sym typeface="Arial"/>
            </a:endParaRPr>
          </a:p>
        </p:txBody>
      </p:sp>
      <p:grpSp>
        <p:nvGrpSpPr>
          <p:cNvPr id="202" name="Google Shape;202;p5"/>
          <p:cNvGrpSpPr/>
          <p:nvPr/>
        </p:nvGrpSpPr>
        <p:grpSpPr>
          <a:xfrm>
            <a:off x="476029" y="2612394"/>
            <a:ext cx="8911967" cy="2315971"/>
            <a:chOff x="476029" y="2932434"/>
            <a:chExt cx="8911967" cy="2315971"/>
          </a:xfrm>
        </p:grpSpPr>
        <p:sp>
          <p:nvSpPr>
            <p:cNvPr id="203" name="Google Shape;203;p5"/>
            <p:cNvSpPr/>
            <p:nvPr/>
          </p:nvSpPr>
          <p:spPr>
            <a:xfrm>
              <a:off x="725506" y="3082451"/>
              <a:ext cx="3644312" cy="2015936"/>
            </a:xfrm>
            <a:prstGeom prst="rect">
              <a:avLst/>
            </a:prstGeom>
            <a:solidFill>
              <a:schemeClr val="lt1"/>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00">
                  <a:solidFill>
                    <a:srgbClr val="262626"/>
                  </a:solidFill>
                  <a:latin typeface="Arial"/>
                  <a:ea typeface="Arial"/>
                  <a:cs typeface="Arial"/>
                  <a:sym typeface="Arial"/>
                </a:rPr>
                <a:t>print </a:t>
              </a:r>
              <a:r>
                <a:rPr lang="en-US" sz="1300">
                  <a:solidFill>
                    <a:srgbClr val="262626"/>
                  </a:solidFill>
                  <a:latin typeface="Arial"/>
                  <a:ea typeface="Arial"/>
                  <a:cs typeface="Arial"/>
                  <a:sym typeface="Arial"/>
                </a:rPr>
                <a:t>‘Enter an integer: ’</a:t>
              </a:r>
              <a:endParaRPr/>
            </a:p>
            <a:p>
              <a:pPr indent="0" lvl="0" marL="0" marR="0" rtl="0" algn="l">
                <a:spcBef>
                  <a:spcPts val="800"/>
                </a:spcBef>
                <a:spcAft>
                  <a:spcPts val="0"/>
                </a:spcAft>
                <a:buNone/>
              </a:pPr>
              <a:r>
                <a:rPr lang="en-US" sz="1300">
                  <a:solidFill>
                    <a:srgbClr val="262626"/>
                  </a:solidFill>
                  <a:latin typeface="Arial"/>
                  <a:ea typeface="Arial"/>
                  <a:cs typeface="Arial"/>
                  <a:sym typeface="Arial"/>
                </a:rPr>
                <a:t>n = input()</a:t>
              </a:r>
              <a:endParaRPr/>
            </a:p>
            <a:p>
              <a:pPr indent="0" lvl="0" marL="0" marR="0" rtl="0" algn="l">
                <a:spcBef>
                  <a:spcPts val="800"/>
                </a:spcBef>
                <a:spcAft>
                  <a:spcPts val="0"/>
                </a:spcAft>
                <a:buNone/>
              </a:pPr>
              <a:r>
                <a:t/>
              </a:r>
              <a:endParaRPr sz="1300">
                <a:solidFill>
                  <a:srgbClr val="262626"/>
                </a:solidFill>
                <a:latin typeface="Arial"/>
                <a:ea typeface="Arial"/>
                <a:cs typeface="Arial"/>
                <a:sym typeface="Arial"/>
              </a:endParaRPr>
            </a:p>
            <a:p>
              <a:pPr indent="0" lvl="0" marL="0" marR="0" rtl="0" algn="l">
                <a:spcBef>
                  <a:spcPts val="800"/>
                </a:spcBef>
                <a:spcAft>
                  <a:spcPts val="0"/>
                </a:spcAft>
                <a:buNone/>
              </a:pPr>
              <a:r>
                <a:rPr b="1" lang="en-US" sz="1300">
                  <a:solidFill>
                    <a:srgbClr val="262626"/>
                  </a:solidFill>
                  <a:latin typeface="Arial"/>
                  <a:ea typeface="Arial"/>
                  <a:cs typeface="Arial"/>
                  <a:sym typeface="Arial"/>
                </a:rPr>
                <a:t>if</a:t>
              </a:r>
              <a:r>
                <a:rPr lang="en-US" sz="1300">
                  <a:solidFill>
                    <a:srgbClr val="262626"/>
                  </a:solidFill>
                  <a:latin typeface="Arial"/>
                  <a:ea typeface="Arial"/>
                  <a:cs typeface="Arial"/>
                  <a:sym typeface="Arial"/>
                </a:rPr>
                <a:t>  </a:t>
              </a:r>
              <a:r>
                <a:rPr lang="en-US" sz="1300" u="sng">
                  <a:solidFill>
                    <a:srgbClr val="262626"/>
                  </a:solidFill>
                  <a:latin typeface="Arial"/>
                  <a:ea typeface="Arial"/>
                  <a:cs typeface="Arial"/>
                  <a:sym typeface="Arial"/>
                </a:rPr>
                <a:t>                                    </a:t>
              </a:r>
              <a:r>
                <a:rPr b="1" lang="en-US" sz="1300">
                  <a:solidFill>
                    <a:srgbClr val="262626"/>
                  </a:solidFill>
                  <a:latin typeface="Arial"/>
                  <a:ea typeface="Arial"/>
                  <a:cs typeface="Arial"/>
                  <a:sym typeface="Arial"/>
                </a:rPr>
                <a:t>:</a:t>
              </a:r>
              <a:endParaRPr/>
            </a:p>
            <a:p>
              <a:pPr indent="0" lvl="0" marL="0" marR="0" rtl="0" algn="l">
                <a:spcBef>
                  <a:spcPts val="800"/>
                </a:spcBef>
                <a:spcAft>
                  <a:spcPts val="0"/>
                </a:spcAft>
                <a:buNone/>
              </a:pPr>
              <a:r>
                <a:rPr lang="en-US" sz="1300">
                  <a:solidFill>
                    <a:srgbClr val="262626"/>
                  </a:solidFill>
                  <a:latin typeface="Arial"/>
                  <a:ea typeface="Arial"/>
                  <a:cs typeface="Arial"/>
                  <a:sym typeface="Arial"/>
                </a:rPr>
                <a:t>    </a:t>
              </a:r>
              <a:r>
                <a:rPr b="1" lang="en-US" sz="1300">
                  <a:solidFill>
                    <a:srgbClr val="262626"/>
                  </a:solidFill>
                  <a:latin typeface="Arial"/>
                  <a:ea typeface="Arial"/>
                  <a:cs typeface="Arial"/>
                  <a:sym typeface="Arial"/>
                </a:rPr>
                <a:t>print</a:t>
              </a:r>
              <a:r>
                <a:rPr lang="en-US" sz="1300">
                  <a:solidFill>
                    <a:srgbClr val="262626"/>
                  </a:solidFill>
                  <a:latin typeface="Arial"/>
                  <a:ea typeface="Arial"/>
                  <a:cs typeface="Arial"/>
                  <a:sym typeface="Arial"/>
                </a:rPr>
                <a:t> ‘n is even’</a:t>
              </a:r>
              <a:endParaRPr/>
            </a:p>
            <a:p>
              <a:pPr indent="0" lvl="0" marL="0" marR="0" rtl="0" algn="l">
                <a:spcBef>
                  <a:spcPts val="800"/>
                </a:spcBef>
                <a:spcAft>
                  <a:spcPts val="0"/>
                </a:spcAft>
                <a:buNone/>
              </a:pPr>
              <a:r>
                <a:rPr b="1" lang="en-US" sz="1300">
                  <a:solidFill>
                    <a:srgbClr val="262626"/>
                  </a:solidFill>
                  <a:latin typeface="Arial"/>
                  <a:ea typeface="Arial"/>
                  <a:cs typeface="Arial"/>
                  <a:sym typeface="Arial"/>
                </a:rPr>
                <a:t>else :</a:t>
              </a:r>
              <a:r>
                <a:rPr lang="en-US" sz="1300">
                  <a:solidFill>
                    <a:srgbClr val="262626"/>
                  </a:solidFill>
                  <a:latin typeface="Arial"/>
                  <a:ea typeface="Arial"/>
                  <a:cs typeface="Arial"/>
                  <a:sym typeface="Arial"/>
                </a:rPr>
                <a:t> </a:t>
              </a:r>
              <a:endParaRPr/>
            </a:p>
            <a:p>
              <a:pPr indent="0" lvl="0" marL="0" marR="0" rtl="0" algn="l">
                <a:spcBef>
                  <a:spcPts val="800"/>
                </a:spcBef>
                <a:spcAft>
                  <a:spcPts val="0"/>
                </a:spcAft>
                <a:buNone/>
              </a:pPr>
              <a:r>
                <a:rPr lang="en-US" sz="1300">
                  <a:solidFill>
                    <a:srgbClr val="262626"/>
                  </a:solidFill>
                  <a:latin typeface="Arial"/>
                  <a:ea typeface="Arial"/>
                  <a:cs typeface="Arial"/>
                  <a:sym typeface="Arial"/>
                </a:rPr>
                <a:t>    </a:t>
              </a:r>
              <a:r>
                <a:rPr b="1" lang="en-US" sz="1300">
                  <a:solidFill>
                    <a:srgbClr val="262626"/>
                  </a:solidFill>
                  <a:latin typeface="Arial"/>
                  <a:ea typeface="Arial"/>
                  <a:cs typeface="Arial"/>
                  <a:sym typeface="Arial"/>
                </a:rPr>
                <a:t>print </a:t>
              </a:r>
              <a:r>
                <a:rPr lang="en-US" sz="1300">
                  <a:solidFill>
                    <a:srgbClr val="262626"/>
                  </a:solidFill>
                  <a:latin typeface="Arial"/>
                  <a:ea typeface="Arial"/>
                  <a:cs typeface="Arial"/>
                  <a:sym typeface="Arial"/>
                </a:rPr>
                <a:t>‘n is odd’</a:t>
              </a:r>
              <a:endParaRPr/>
            </a:p>
          </p:txBody>
        </p:sp>
        <p:sp>
          <p:nvSpPr>
            <p:cNvPr id="204" name="Google Shape;204;p5"/>
            <p:cNvSpPr/>
            <p:nvPr/>
          </p:nvSpPr>
          <p:spPr>
            <a:xfrm>
              <a:off x="476029" y="2932434"/>
              <a:ext cx="8911967" cy="2315971"/>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chemeClr val="dk1"/>
                </a:solidFill>
                <a:latin typeface="Gulim"/>
                <a:ea typeface="Gulim"/>
                <a:cs typeface="Gulim"/>
                <a:sym typeface="Gulim"/>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9" name="Shape 209"/>
        <p:cNvGrpSpPr/>
        <p:nvPr/>
      </p:nvGrpSpPr>
      <p:grpSpPr>
        <a:xfrm>
          <a:off x="0" y="0"/>
          <a:ext cx="0" cy="0"/>
          <a:chOff x="0" y="0"/>
          <a:chExt cx="0" cy="0"/>
        </a:xfrm>
      </p:grpSpPr>
      <p:sp>
        <p:nvSpPr>
          <p:cNvPr id="210" name="Google Shape;210;p6"/>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03-01</a:t>
            </a:r>
            <a:endParaRPr sz="2800">
              <a:solidFill>
                <a:srgbClr val="0C0C0C"/>
              </a:solidFill>
              <a:latin typeface="Arial"/>
              <a:ea typeface="Arial"/>
              <a:cs typeface="Arial"/>
              <a:sym typeface="Arial"/>
            </a:endParaRPr>
          </a:p>
        </p:txBody>
      </p:sp>
      <p:sp>
        <p:nvSpPr>
          <p:cNvPr id="211" name="Google Shape;211;p6"/>
          <p:cNvSpPr/>
          <p:nvPr/>
        </p:nvSpPr>
        <p:spPr>
          <a:xfrm>
            <a:off x="4775200" y="324553"/>
            <a:ext cx="4678123"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3</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Basic of Numeric Data Types and Arithmetic Operation</a:t>
            </a:r>
            <a:endParaRPr/>
          </a:p>
        </p:txBody>
      </p:sp>
      <p:sp>
        <p:nvSpPr>
          <p:cNvPr id="212" name="Google Shape;212;p6"/>
          <p:cNvSpPr/>
          <p:nvPr/>
        </p:nvSpPr>
        <p:spPr>
          <a:xfrm>
            <a:off x="463014" y="1796542"/>
            <a:ext cx="8924982" cy="1054814"/>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Write a code to print the following decorative output. In the first line, use only one '*' character with the operator * and number. In the second line, use only one '#' character and one space with the operator * and number.</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In the case of the first line, print in the same way as '*' * number n. The second line also uses the * operator.</a:t>
            </a:r>
            <a:endParaRPr/>
          </a:p>
        </p:txBody>
      </p:sp>
      <p:grpSp>
        <p:nvGrpSpPr>
          <p:cNvPr id="213" name="Google Shape;213;p6"/>
          <p:cNvGrpSpPr/>
          <p:nvPr/>
        </p:nvGrpSpPr>
        <p:grpSpPr>
          <a:xfrm>
            <a:off x="463014" y="2992812"/>
            <a:ext cx="8911968" cy="683076"/>
            <a:chOff x="463014" y="2992812"/>
            <a:chExt cx="8911968" cy="683076"/>
          </a:xfrm>
        </p:grpSpPr>
        <p:sp>
          <p:nvSpPr>
            <p:cNvPr id="214" name="Google Shape;214;p6"/>
            <p:cNvSpPr/>
            <p:nvPr/>
          </p:nvSpPr>
          <p:spPr>
            <a:xfrm>
              <a:off x="463014" y="2992812"/>
              <a:ext cx="8911968" cy="683076"/>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rgbClr val="0D0D0D"/>
                </a:solidFill>
                <a:latin typeface="Arial"/>
                <a:ea typeface="Arial"/>
                <a:cs typeface="Arial"/>
                <a:sym typeface="Arial"/>
              </a:endParaRPr>
            </a:p>
          </p:txBody>
        </p:sp>
        <p:pic>
          <p:nvPicPr>
            <p:cNvPr id="215" name="Google Shape;215;p6"/>
            <p:cNvPicPr preferRelativeResize="0"/>
            <p:nvPr/>
          </p:nvPicPr>
          <p:blipFill rotWithShape="1">
            <a:blip r:embed="rId3">
              <a:alphaModFix/>
            </a:blip>
            <a:srcRect b="0" l="0" r="62960" t="57878"/>
            <a:stretch/>
          </p:blipFill>
          <p:spPr>
            <a:xfrm>
              <a:off x="572059" y="3123445"/>
              <a:ext cx="3266611" cy="417328"/>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7"/>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04-01</a:t>
            </a:r>
            <a:endParaRPr sz="2800">
              <a:solidFill>
                <a:srgbClr val="0C0C0C"/>
              </a:solidFill>
              <a:latin typeface="Arial"/>
              <a:ea typeface="Arial"/>
              <a:cs typeface="Arial"/>
              <a:sym typeface="Arial"/>
            </a:endParaRPr>
          </a:p>
        </p:txBody>
      </p:sp>
      <p:sp>
        <p:nvSpPr>
          <p:cNvPr id="222" name="Google Shape;222;p7"/>
          <p:cNvSpPr/>
          <p:nvPr/>
        </p:nvSpPr>
        <p:spPr>
          <a:xfrm>
            <a:off x="6604000" y="324553"/>
            <a:ext cx="2849323"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4</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Variables and Inputs</a:t>
            </a:r>
            <a:endParaRPr/>
          </a:p>
        </p:txBody>
      </p:sp>
      <p:sp>
        <p:nvSpPr>
          <p:cNvPr id="223" name="Google Shape;223;p7"/>
          <p:cNvSpPr/>
          <p:nvPr/>
        </p:nvSpPr>
        <p:spPr>
          <a:xfrm>
            <a:off x="463014" y="1796542"/>
            <a:ext cx="8924982" cy="663194"/>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Write and save the following name and address in the name and address variables, respectively. Write a code that prints them to the screen.</a:t>
            </a:r>
            <a:endParaRPr/>
          </a:p>
        </p:txBody>
      </p:sp>
      <p:grpSp>
        <p:nvGrpSpPr>
          <p:cNvPr id="224" name="Google Shape;224;p7"/>
          <p:cNvGrpSpPr/>
          <p:nvPr/>
        </p:nvGrpSpPr>
        <p:grpSpPr>
          <a:xfrm>
            <a:off x="476028" y="2615184"/>
            <a:ext cx="8911968" cy="630936"/>
            <a:chOff x="476028" y="2615184"/>
            <a:chExt cx="8911968" cy="630936"/>
          </a:xfrm>
        </p:grpSpPr>
        <p:sp>
          <p:nvSpPr>
            <p:cNvPr id="225" name="Google Shape;225;p7"/>
            <p:cNvSpPr/>
            <p:nvPr/>
          </p:nvSpPr>
          <p:spPr>
            <a:xfrm>
              <a:off x="476028" y="2615184"/>
              <a:ext cx="8911968" cy="630936"/>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rgbClr val="0D0D0D"/>
                </a:solidFill>
                <a:latin typeface="Arial"/>
                <a:ea typeface="Arial"/>
                <a:cs typeface="Arial"/>
                <a:sym typeface="Arial"/>
              </a:endParaRPr>
            </a:p>
          </p:txBody>
        </p:sp>
        <p:pic>
          <p:nvPicPr>
            <p:cNvPr id="226" name="Google Shape;226;p7"/>
            <p:cNvPicPr preferRelativeResize="0"/>
            <p:nvPr/>
          </p:nvPicPr>
          <p:blipFill rotWithShape="1">
            <a:blip r:embed="rId3">
              <a:alphaModFix/>
            </a:blip>
            <a:srcRect b="0" l="0" r="63321" t="69112"/>
            <a:stretch/>
          </p:blipFill>
          <p:spPr>
            <a:xfrm>
              <a:off x="557023" y="2716039"/>
              <a:ext cx="3625679" cy="429748"/>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8"/>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05-01</a:t>
            </a:r>
            <a:endParaRPr sz="2800">
              <a:solidFill>
                <a:srgbClr val="0C0C0C"/>
              </a:solidFill>
              <a:latin typeface="Arial"/>
              <a:ea typeface="Arial"/>
              <a:cs typeface="Arial"/>
              <a:sym typeface="Arial"/>
            </a:endParaRPr>
          </a:p>
        </p:txBody>
      </p:sp>
      <p:sp>
        <p:nvSpPr>
          <p:cNvPr id="233" name="Google Shape;233;p8"/>
          <p:cNvSpPr/>
          <p:nvPr/>
        </p:nvSpPr>
        <p:spPr>
          <a:xfrm>
            <a:off x="6604000" y="324553"/>
            <a:ext cx="2849323"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5</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Logic and Comparison Operators</a:t>
            </a:r>
            <a:endParaRPr/>
          </a:p>
        </p:txBody>
      </p:sp>
      <p:sp>
        <p:nvSpPr>
          <p:cNvPr id="234" name="Google Shape;234;p8"/>
          <p:cNvSpPr/>
          <p:nvPr/>
        </p:nvSpPr>
        <p:spPr>
          <a:xfrm>
            <a:off x="463014" y="1796542"/>
            <a:ext cx="8924982" cy="525159"/>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chemeClr val="dk1"/>
                </a:solidFill>
                <a:latin typeface="Arial"/>
                <a:ea typeface="Arial"/>
                <a:cs typeface="Arial"/>
                <a:sym typeface="Arial"/>
              </a:rPr>
              <a:t>Expect the output of the following code and write it down.</a:t>
            </a:r>
            <a:endParaRPr/>
          </a:p>
        </p:txBody>
      </p:sp>
      <p:grpSp>
        <p:nvGrpSpPr>
          <p:cNvPr id="235" name="Google Shape;235;p8"/>
          <p:cNvGrpSpPr/>
          <p:nvPr/>
        </p:nvGrpSpPr>
        <p:grpSpPr>
          <a:xfrm>
            <a:off x="476028" y="2437593"/>
            <a:ext cx="8911968" cy="1473503"/>
            <a:chOff x="476028" y="2437593"/>
            <a:chExt cx="8911968" cy="1473503"/>
          </a:xfrm>
        </p:grpSpPr>
        <p:sp>
          <p:nvSpPr>
            <p:cNvPr id="236" name="Google Shape;236;p8"/>
            <p:cNvSpPr/>
            <p:nvPr/>
          </p:nvSpPr>
          <p:spPr>
            <a:xfrm>
              <a:off x="476028" y="2437593"/>
              <a:ext cx="8911968" cy="1473503"/>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rgbClr val="0D0D0D"/>
                </a:solidFill>
                <a:latin typeface="Arial"/>
                <a:ea typeface="Arial"/>
                <a:cs typeface="Arial"/>
                <a:sym typeface="Arial"/>
              </a:endParaRPr>
            </a:p>
          </p:txBody>
        </p:sp>
        <p:pic>
          <p:nvPicPr>
            <p:cNvPr id="237" name="Google Shape;237;p8"/>
            <p:cNvPicPr preferRelativeResize="0"/>
            <p:nvPr/>
          </p:nvPicPr>
          <p:blipFill rotWithShape="1">
            <a:blip r:embed="rId3">
              <a:alphaModFix/>
            </a:blip>
            <a:srcRect b="37410" l="0" r="10852" t="0"/>
            <a:stretch/>
          </p:blipFill>
          <p:spPr>
            <a:xfrm>
              <a:off x="555618" y="2517746"/>
              <a:ext cx="8830978" cy="1320922"/>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9"/>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06-01</a:t>
            </a:r>
            <a:endParaRPr sz="2800">
              <a:solidFill>
                <a:srgbClr val="0C0C0C"/>
              </a:solidFill>
              <a:latin typeface="Arial"/>
              <a:ea typeface="Arial"/>
              <a:cs typeface="Arial"/>
              <a:sym typeface="Arial"/>
            </a:endParaRPr>
          </a:p>
        </p:txBody>
      </p:sp>
      <p:sp>
        <p:nvSpPr>
          <p:cNvPr id="244" name="Google Shape;244;p9"/>
          <p:cNvSpPr/>
          <p:nvPr/>
        </p:nvSpPr>
        <p:spPr>
          <a:xfrm>
            <a:off x="6972300" y="324553"/>
            <a:ext cx="2481023"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6</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Conditional Statement-1</a:t>
            </a:r>
            <a:endParaRPr/>
          </a:p>
        </p:txBody>
      </p:sp>
      <p:sp>
        <p:nvSpPr>
          <p:cNvPr id="245" name="Google Shape;245;p9"/>
          <p:cNvSpPr/>
          <p:nvPr/>
        </p:nvSpPr>
        <p:spPr>
          <a:xfrm>
            <a:off x="463014" y="1796541"/>
            <a:ext cx="8924982" cy="1074769"/>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Write a program that takes two random integers as input and lists them from smallest to largest.</a:t>
            </a:r>
            <a:endParaRPr/>
          </a:p>
          <a:p>
            <a:pPr indent="0" lvl="0" marL="0" marR="0" rtl="0" algn="l">
              <a:spcBef>
                <a:spcPts val="0"/>
              </a:spcBef>
              <a:spcAft>
                <a:spcPts val="0"/>
              </a:spcAft>
              <a:buNone/>
            </a:pPr>
            <a:r>
              <a:rPr b="1" lang="en-US" sz="1300">
                <a:solidFill>
                  <a:srgbClr val="0D0D0D"/>
                </a:solidFill>
                <a:latin typeface="Arial"/>
                <a:ea typeface="Arial"/>
                <a:cs typeface="Arial"/>
                <a:sym typeface="Arial"/>
              </a:rPr>
              <a:t>(Condition: Two integers are not the same number.)</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Receive the user's input with the input function and convert it to an integer using the int function. Next, use an if statement to compare and print the two values.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0"/>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07-01</a:t>
            </a:r>
            <a:endParaRPr sz="2800">
              <a:solidFill>
                <a:srgbClr val="0C0C0C"/>
              </a:solidFill>
              <a:latin typeface="Arial"/>
              <a:ea typeface="Arial"/>
              <a:cs typeface="Arial"/>
              <a:sym typeface="Arial"/>
            </a:endParaRPr>
          </a:p>
        </p:txBody>
      </p:sp>
      <p:sp>
        <p:nvSpPr>
          <p:cNvPr id="252" name="Google Shape;252;p10"/>
          <p:cNvSpPr/>
          <p:nvPr/>
        </p:nvSpPr>
        <p:spPr>
          <a:xfrm>
            <a:off x="6972300" y="324553"/>
            <a:ext cx="2481023"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7</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Conditional Statement-2</a:t>
            </a:r>
            <a:endParaRPr/>
          </a:p>
        </p:txBody>
      </p:sp>
      <p:sp>
        <p:nvSpPr>
          <p:cNvPr id="253" name="Google Shape;253;p10"/>
          <p:cNvSpPr/>
          <p:nvPr/>
        </p:nvSpPr>
        <p:spPr>
          <a:xfrm>
            <a:off x="463014" y="1796542"/>
            <a:ext cx="8924982" cy="898532"/>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Write a program that performs the following using a compound conditional expression of an if statement.</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Write a code that performs differently depending on whether the answer to the first question is 0 or 1, as shown below.</a:t>
            </a:r>
            <a:endParaRPr/>
          </a:p>
        </p:txBody>
      </p:sp>
      <p:grpSp>
        <p:nvGrpSpPr>
          <p:cNvPr id="254" name="Google Shape;254;p10"/>
          <p:cNvGrpSpPr/>
          <p:nvPr/>
        </p:nvGrpSpPr>
        <p:grpSpPr>
          <a:xfrm>
            <a:off x="476028" y="2834640"/>
            <a:ext cx="8911968" cy="859536"/>
            <a:chOff x="476028" y="2834640"/>
            <a:chExt cx="8911968" cy="859536"/>
          </a:xfrm>
        </p:grpSpPr>
        <p:sp>
          <p:nvSpPr>
            <p:cNvPr id="255" name="Google Shape;255;p10"/>
            <p:cNvSpPr/>
            <p:nvPr/>
          </p:nvSpPr>
          <p:spPr>
            <a:xfrm>
              <a:off x="476028" y="2834640"/>
              <a:ext cx="8911968" cy="859536"/>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rgbClr val="0D0D0D"/>
                </a:solidFill>
                <a:latin typeface="Arial"/>
                <a:ea typeface="Arial"/>
                <a:cs typeface="Arial"/>
                <a:sym typeface="Arial"/>
              </a:endParaRPr>
            </a:p>
          </p:txBody>
        </p:sp>
        <p:pic>
          <p:nvPicPr>
            <p:cNvPr id="256" name="Google Shape;256;p10"/>
            <p:cNvPicPr preferRelativeResize="0"/>
            <p:nvPr/>
          </p:nvPicPr>
          <p:blipFill rotWithShape="1">
            <a:blip r:embed="rId3">
              <a:alphaModFix/>
            </a:blip>
            <a:srcRect b="0" l="0" r="49207" t="75182"/>
            <a:stretch/>
          </p:blipFill>
          <p:spPr>
            <a:xfrm>
              <a:off x="599848" y="2942377"/>
              <a:ext cx="5031408" cy="620752"/>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1"/>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08-01</a:t>
            </a:r>
            <a:endParaRPr sz="2800">
              <a:solidFill>
                <a:srgbClr val="0C0C0C"/>
              </a:solidFill>
              <a:latin typeface="Arial"/>
              <a:ea typeface="Arial"/>
              <a:cs typeface="Arial"/>
              <a:sym typeface="Arial"/>
            </a:endParaRPr>
          </a:p>
        </p:txBody>
      </p:sp>
      <p:sp>
        <p:nvSpPr>
          <p:cNvPr id="263" name="Google Shape;263;p11"/>
          <p:cNvSpPr/>
          <p:nvPr/>
        </p:nvSpPr>
        <p:spPr>
          <a:xfrm>
            <a:off x="7601859" y="324553"/>
            <a:ext cx="1851464"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8</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Loop-1</a:t>
            </a:r>
            <a:endParaRPr/>
          </a:p>
        </p:txBody>
      </p:sp>
      <p:sp>
        <p:nvSpPr>
          <p:cNvPr id="264" name="Google Shape;264;p11"/>
          <p:cNvSpPr/>
          <p:nvPr/>
        </p:nvSpPr>
        <p:spPr>
          <a:xfrm>
            <a:off x="463014" y="1796541"/>
            <a:ext cx="8924982" cy="1074769"/>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Among the positive natural numbers other than 1, a number that is not prime is called a composite number. Print the prime and composite numbers from 2 to 12 as follows.</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Use the for statement to solve this problem. When using a nested for statement, an expression for determining a prime number must be entered in the inner for statement.</a:t>
            </a:r>
            <a:endParaRPr/>
          </a:p>
        </p:txBody>
      </p:sp>
      <p:grpSp>
        <p:nvGrpSpPr>
          <p:cNvPr id="265" name="Google Shape;265;p11"/>
          <p:cNvGrpSpPr/>
          <p:nvPr/>
        </p:nvGrpSpPr>
        <p:grpSpPr>
          <a:xfrm>
            <a:off x="463014" y="3054094"/>
            <a:ext cx="8924982" cy="2322578"/>
            <a:chOff x="463014" y="3054094"/>
            <a:chExt cx="8924982" cy="2322578"/>
          </a:xfrm>
        </p:grpSpPr>
        <p:sp>
          <p:nvSpPr>
            <p:cNvPr id="266" name="Google Shape;266;p11"/>
            <p:cNvSpPr/>
            <p:nvPr/>
          </p:nvSpPr>
          <p:spPr>
            <a:xfrm>
              <a:off x="463014" y="3054094"/>
              <a:ext cx="8924982" cy="2322578"/>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400">
                <a:solidFill>
                  <a:srgbClr val="0D0D0D"/>
                </a:solidFill>
                <a:latin typeface="Arial"/>
                <a:ea typeface="Arial"/>
                <a:cs typeface="Arial"/>
                <a:sym typeface="Arial"/>
              </a:endParaRPr>
            </a:p>
          </p:txBody>
        </p:sp>
        <p:pic>
          <p:nvPicPr>
            <p:cNvPr id="267" name="Google Shape;267;p11"/>
            <p:cNvPicPr preferRelativeResize="0"/>
            <p:nvPr/>
          </p:nvPicPr>
          <p:blipFill rotWithShape="1">
            <a:blip r:embed="rId3">
              <a:alphaModFix/>
            </a:blip>
            <a:srcRect b="0" l="0" r="82175" t="54023"/>
            <a:stretch/>
          </p:blipFill>
          <p:spPr>
            <a:xfrm>
              <a:off x="615353" y="3191936"/>
              <a:ext cx="1765709" cy="2103516"/>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2"/>
          <p:cNvSpPr/>
          <p:nvPr/>
        </p:nvSpPr>
        <p:spPr>
          <a:xfrm>
            <a:off x="463014" y="1323127"/>
            <a:ext cx="900498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rgbClr val="0C0C0C"/>
                </a:solidFill>
                <a:latin typeface="Arial"/>
                <a:ea typeface="Arial"/>
                <a:cs typeface="Arial"/>
                <a:sym typeface="Arial"/>
              </a:rPr>
              <a:t>Q  09-01</a:t>
            </a:r>
            <a:endParaRPr sz="2800">
              <a:solidFill>
                <a:srgbClr val="0C0C0C"/>
              </a:solidFill>
              <a:latin typeface="Arial"/>
              <a:ea typeface="Arial"/>
              <a:cs typeface="Arial"/>
              <a:sym typeface="Arial"/>
            </a:endParaRPr>
          </a:p>
        </p:txBody>
      </p:sp>
      <p:sp>
        <p:nvSpPr>
          <p:cNvPr id="274" name="Google Shape;274;p12"/>
          <p:cNvSpPr/>
          <p:nvPr/>
        </p:nvSpPr>
        <p:spPr>
          <a:xfrm>
            <a:off x="7601859" y="324553"/>
            <a:ext cx="1851464" cy="43088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en-US" sz="1600">
                <a:solidFill>
                  <a:srgbClr val="D8D8D8"/>
                </a:solidFill>
                <a:latin typeface="Arial"/>
                <a:ea typeface="Arial"/>
                <a:cs typeface="Arial"/>
                <a:sym typeface="Arial"/>
              </a:rPr>
              <a:t>UNIT 9</a:t>
            </a:r>
            <a:endParaRPr/>
          </a:p>
          <a:p>
            <a:pPr indent="0" lvl="0" marL="0" marR="0" rtl="0" algn="r">
              <a:spcBef>
                <a:spcPts val="0"/>
              </a:spcBef>
              <a:spcAft>
                <a:spcPts val="0"/>
              </a:spcAft>
              <a:buNone/>
            </a:pPr>
            <a:r>
              <a:rPr lang="en-US" sz="1200">
                <a:solidFill>
                  <a:srgbClr val="D8D8D8"/>
                </a:solidFill>
                <a:latin typeface="Arial"/>
                <a:ea typeface="Arial"/>
                <a:cs typeface="Arial"/>
                <a:sym typeface="Arial"/>
              </a:rPr>
              <a:t>Loop-2</a:t>
            </a:r>
            <a:endParaRPr/>
          </a:p>
        </p:txBody>
      </p:sp>
      <p:sp>
        <p:nvSpPr>
          <p:cNvPr id="275" name="Google Shape;275;p12"/>
          <p:cNvSpPr/>
          <p:nvPr/>
        </p:nvSpPr>
        <p:spPr>
          <a:xfrm>
            <a:off x="463014" y="1796542"/>
            <a:ext cx="8924982" cy="898532"/>
          </a:xfrm>
          <a:prstGeom prst="rect">
            <a:avLst/>
          </a:prstGeom>
          <a:solidFill>
            <a:srgbClr val="DDEAF6"/>
          </a:solidFill>
          <a:ln cap="flat" cmpd="sng" w="12700">
            <a:solidFill>
              <a:srgbClr val="1429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300">
                <a:solidFill>
                  <a:srgbClr val="0D0D0D"/>
                </a:solidFill>
                <a:latin typeface="Arial"/>
                <a:ea typeface="Arial"/>
                <a:cs typeface="Arial"/>
                <a:sym typeface="Arial"/>
              </a:rPr>
              <a:t>An Armstrong number is a three-digit integer that is equal to the sum of the cubes of each digit. Find all Armstrong numbers among three-digit integers and print them as follows.</a:t>
            </a:r>
            <a:endParaRPr/>
          </a:p>
          <a:p>
            <a:pPr indent="0" lvl="0" marL="0" marR="0" rtl="0" algn="l">
              <a:spcBef>
                <a:spcPts val="0"/>
              </a:spcBef>
              <a:spcAft>
                <a:spcPts val="0"/>
              </a:spcAft>
              <a:buNone/>
            </a:pPr>
            <a:r>
              <a:rPr b="1" lang="en-US" sz="1300">
                <a:solidFill>
                  <a:srgbClr val="FF0000"/>
                </a:solidFill>
                <a:latin typeface="Arial"/>
                <a:ea typeface="Arial"/>
                <a:cs typeface="Arial"/>
                <a:sym typeface="Arial"/>
              </a:rPr>
              <a:t>Coding guideline: All numbers from 100 to 999 should be searched using the for statement.</a:t>
            </a:r>
            <a:endParaRPr/>
          </a:p>
        </p:txBody>
      </p:sp>
      <p:grpSp>
        <p:nvGrpSpPr>
          <p:cNvPr id="276" name="Google Shape;276;p12"/>
          <p:cNvGrpSpPr/>
          <p:nvPr/>
        </p:nvGrpSpPr>
        <p:grpSpPr>
          <a:xfrm>
            <a:off x="476028" y="2834640"/>
            <a:ext cx="8911968" cy="475827"/>
            <a:chOff x="476028" y="2834640"/>
            <a:chExt cx="8911968" cy="475827"/>
          </a:xfrm>
        </p:grpSpPr>
        <p:sp>
          <p:nvSpPr>
            <p:cNvPr id="277" name="Google Shape;277;p12"/>
            <p:cNvSpPr/>
            <p:nvPr/>
          </p:nvSpPr>
          <p:spPr>
            <a:xfrm>
              <a:off x="476028" y="2834640"/>
              <a:ext cx="8911968" cy="475827"/>
            </a:xfrm>
            <a:prstGeom prst="rect">
              <a:avLst/>
            </a:prstGeom>
            <a:noFill/>
            <a:ln cap="flat" cmpd="sng" w="95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00">
                <a:solidFill>
                  <a:srgbClr val="0D0D0D"/>
                </a:solidFill>
                <a:latin typeface="Arial"/>
                <a:ea typeface="Arial"/>
                <a:cs typeface="Arial"/>
                <a:sym typeface="Arial"/>
              </a:endParaRPr>
            </a:p>
          </p:txBody>
        </p:sp>
        <p:pic>
          <p:nvPicPr>
            <p:cNvPr id="278" name="Google Shape;278;p12"/>
            <p:cNvPicPr preferRelativeResize="0"/>
            <p:nvPr/>
          </p:nvPicPr>
          <p:blipFill rotWithShape="1">
            <a:blip r:embed="rId3">
              <a:alphaModFix/>
            </a:blip>
            <a:srcRect b="0" l="1" r="62616" t="91510"/>
            <a:stretch/>
          </p:blipFill>
          <p:spPr>
            <a:xfrm>
              <a:off x="588194" y="2987643"/>
              <a:ext cx="3703150" cy="194225"/>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2009-02-24T02:14:00Z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